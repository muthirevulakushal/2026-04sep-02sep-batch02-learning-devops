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82" r:id="rId2"/>
    <p:sldId id="322" r:id="rId3"/>
    <p:sldId id="326" r:id="rId4"/>
    <p:sldId id="259" r:id="rId5"/>
    <p:sldId id="331" r:id="rId6"/>
    <p:sldId id="328" r:id="rId7"/>
    <p:sldId id="33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6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5186-D1BB-0140-BCC0-99E1D62F9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3DB34-1B1E-0E4C-975B-BE29A2968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ED3E0-B8E4-6C43-9517-C6678573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966F4-D368-4043-95BC-569E8E22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F4EB-218E-314B-A92F-C6EF8AD6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82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71F-81A7-7249-ADAB-977752BD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EB1AF-20E0-7440-8CD5-C9BBBE003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98619-5693-6543-9304-07DEF043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A3715-E3D0-4843-B3BE-13292AB2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D2C8D-58B1-7249-8366-3DE4BB20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0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70D1-590F-5D4A-8C3D-00CA3C9E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AB321-06B6-114B-90F8-8121D045B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4820E-0B29-A94E-BBF8-84369DEC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5E998-109C-3E49-BB30-3D271C7F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82A9C-C52B-914E-80FD-18EF4FA7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473A3-1D63-BD4B-8317-0A662DCB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4CBDD-DDA0-D04F-BC86-3D8CB3D2F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B8FFB-AF9C-6343-B299-41556F45E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390CD-351D-D74C-9D1D-8BBABEE4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517CEE-8F35-D845-B080-C427588A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5F179-C762-1F44-AFF4-61749F36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135B-8CE9-F646-9DC2-09438E8C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C6AE5-B273-C447-9217-1636D7D2A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5F2FE-8DED-834C-A700-5F0DBEE37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615EA-687A-604E-89B3-2046B6A1B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D6767-93E0-2B41-BA08-EFF8B422B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B65C8D-4097-A64A-9D84-BF1ED7DD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DE1E5E-3C41-5E48-A209-A6B23BE6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C24B7-D98C-444D-8825-2E2A69D7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5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ECF9F-53BF-054E-9AF7-EBC36AE9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C1299-7EA8-DE47-B463-B52814C9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AB2C9-74C1-A242-AE40-1861C11F0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91B0E-0300-5043-B65C-82D2B720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7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6C823-15AD-9240-9503-FEEF171D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21CB7-BC29-AD4D-9EAB-505153BC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F3DF-D7D5-6846-93E1-0CDE9CDE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1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E383-ABE0-5643-9B7F-60CCECBEE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C2AB9-B839-C641-A720-77704ABC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1DAD8-2262-5746-A1CD-F51025D24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6835F-C490-0644-8141-AE73FAB1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000B5-2FF3-E84A-B782-8A2A2D95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3B2DE-D1CF-2543-B29F-55B5B64A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98AF-FDD8-A24F-A7B9-6295E62D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9B8AE-CFB2-4747-9DC1-8305E4D22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AB4BB-A6F5-254B-B00A-E65576DF6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B56B8-A765-B845-A0AA-FF9FE0EE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06C1B-EAF9-754D-8B1F-44214D25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63B15-5639-C34E-BD75-BF889156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4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B3E2-321A-0346-ACE6-FD34F264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E2B94-21BD-994A-A0F7-EAB77B960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BC0D4-D622-B248-A23F-C82AA8D7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0804-C1D8-C242-A555-1929CCE0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67ED8-478D-2B40-9AF8-AED4BE13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80245-1BA1-B349-9577-7E121EF5E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2503C-9AB0-9149-B5CA-F1B6CFF25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030EA-A016-9743-9B73-2A6160A3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06661-C4F0-AD40-A75C-22BBCFCD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8F211-7246-0E49-8518-42890DFF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6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tego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1C4AD3-94FD-427A-B70D-F447B1F4C04C}"/>
              </a:ext>
            </a:extLst>
          </p:cNvPr>
          <p:cNvSpPr/>
          <p:nvPr userDrawn="1"/>
        </p:nvSpPr>
        <p:spPr>
          <a:xfrm>
            <a:off x="0" y="0"/>
            <a:ext cx="12191999" cy="6857999"/>
          </a:xfrm>
          <a:prstGeom prst="rect">
            <a:avLst/>
          </a:prstGeom>
          <a:noFill/>
          <a:ln w="177800">
            <a:gradFill>
              <a:gsLst>
                <a:gs pos="0">
                  <a:srgbClr val="2E27AD"/>
                </a:gs>
                <a:gs pos="100000">
                  <a:srgbClr val="527FFF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226" y="2101932"/>
            <a:ext cx="8195549" cy="2251180"/>
          </a:xfrm>
        </p:spPr>
        <p:txBody>
          <a:bodyPr anchor="b"/>
          <a:lstStyle>
            <a:lvl1pPr algn="l">
              <a:defRPr sz="6000"/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6EF924B-8C9D-475E-AEEE-EC9AB76298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dirty="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 2021, Amazon Web Services, Inc. or its affiliates. All rights reserved.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DF4927D-F0A0-4985-A124-FEB3D8B81E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200">
                <a:solidFill>
                  <a:srgbClr val="161E2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A93A643-5A6D-494D-98F3-C8C636AFC2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77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FC52E-3685-6A4F-94EE-A62982B2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B5A8-4407-D246-BA62-8C65B509C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2501-849B-8C41-88E3-5ACD79557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D1189-25BC-0049-9497-111EE6EAF317}" type="datetimeFigureOut">
              <a:rPr lang="en-US" smtClean="0"/>
              <a:t>2/20/2021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363F7-CB86-7A47-8FE2-AFF61EAEE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A7BF2-D7C4-7747-B473-2A83F298E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889B1-88C8-884A-96BC-5FD677636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F2869DB-31A8-46AE-8A45-39968976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2152650"/>
            <a:ext cx="6897688" cy="22510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DevOps Pipelines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E8495204-6927-4EF2-92E9-EC0FF7710D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D55FA8-D3B3-4747-8058-B5DF8EEAA75B}" type="slidenum">
              <a:rPr lang="en-US" altLang="en-US" sz="1200" smtClean="0">
                <a:solidFill>
                  <a:srgbClr val="161E2D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161E2D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>
            <a:extLst>
              <a:ext uri="{FF2B5EF4-FFF2-40B4-BE49-F238E27FC236}">
                <a16:creationId xmlns:a16="http://schemas.microsoft.com/office/drawing/2014/main" id="{2C0DB541-663F-422D-B4FE-3B3AE33AE5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6C0ECE-4D63-4D91-9B7B-D58265989401}" type="slidenum">
              <a:rPr lang="en-US" altLang="en-US" sz="1200" smtClean="0">
                <a:solidFill>
                  <a:srgbClr val="161E2D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161E2D"/>
              </a:solidFill>
              <a:latin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309952-4418-4FAD-BE1D-420B9F8591FA}"/>
              </a:ext>
            </a:extLst>
          </p:cNvPr>
          <p:cNvSpPr txBox="1">
            <a:spLocks/>
          </p:cNvSpPr>
          <p:nvPr/>
        </p:nvSpPr>
        <p:spPr>
          <a:xfrm>
            <a:off x="741285" y="1355725"/>
            <a:ext cx="10515600" cy="39353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u="sng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Project-01: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b="1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 of the Project:       	</a:t>
            </a:r>
            <a:r>
              <a:rPr lang="en-GB" sz="2400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DevOps Project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b="1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Module:		</a:t>
            </a:r>
            <a:r>
              <a:rPr lang="en-GB" sz="2400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out CI/CD pipeline to release apps along with 					infrastructure automation 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b="1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Services to be used:</a:t>
            </a:r>
            <a:r>
              <a:rPr lang="en-GB" sz="2400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GB" sz="2400" b="1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	</a:t>
            </a:r>
            <a:r>
              <a:rPr lang="en-GB" sz="2400" dirty="0">
                <a:solidFill>
                  <a:srgbClr val="252D2E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GITHUB, MAVEN, APACHE TOMCAT, JENKINS, PACKER, 				TERRAFORM, AWS EC2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  <a:defRPr/>
            </a:pP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8258389-7AB0-49D6-A0FF-CEFCFF1090A2}"/>
              </a:ext>
            </a:extLst>
          </p:cNvPr>
          <p:cNvSpPr/>
          <p:nvPr/>
        </p:nvSpPr>
        <p:spPr>
          <a:xfrm>
            <a:off x="8978753" y="3481473"/>
            <a:ext cx="2260069" cy="1529941"/>
          </a:xfrm>
          <a:prstGeom prst="rect">
            <a:avLst/>
          </a:prstGeom>
          <a:ln w="571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541A-529F-B24A-B1CF-0BDF8F1E95AA}"/>
              </a:ext>
            </a:extLst>
          </p:cNvPr>
          <p:cNvSpPr/>
          <p:nvPr/>
        </p:nvSpPr>
        <p:spPr>
          <a:xfrm>
            <a:off x="1520317" y="629497"/>
            <a:ext cx="10260351" cy="5702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27DC8EC-731A-2E4B-B22C-02761650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" y="-102772"/>
            <a:ext cx="12190413" cy="6477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latin typeface="+mn-lt"/>
              </a:rPr>
              <a:t>DevOps Project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2530" name="Picture 1">
            <a:extLst>
              <a:ext uri="{FF2B5EF4-FFF2-40B4-BE49-F238E27FC236}">
                <a16:creationId xmlns:a16="http://schemas.microsoft.com/office/drawing/2014/main" id="{D2BB13EA-9146-0E45-90CA-8D02B2D11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58" y="1032198"/>
            <a:ext cx="102496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4">
            <a:extLst>
              <a:ext uri="{FF2B5EF4-FFF2-40B4-BE49-F238E27FC236}">
                <a16:creationId xmlns:a16="http://schemas.microsoft.com/office/drawing/2014/main" id="{0AE4C2D5-B953-E744-A4B2-94074E0FD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57" y="960761"/>
            <a:ext cx="108362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16">
            <a:extLst>
              <a:ext uri="{FF2B5EF4-FFF2-40B4-BE49-F238E27FC236}">
                <a16:creationId xmlns:a16="http://schemas.microsoft.com/office/drawing/2014/main" id="{118F7998-FF23-3B40-AD8C-14568EBAF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18" y="1399593"/>
            <a:ext cx="16013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GITHUB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pic>
        <p:nvPicPr>
          <p:cNvPr id="22534" name="Picture 19">
            <a:extLst>
              <a:ext uri="{FF2B5EF4-FFF2-40B4-BE49-F238E27FC236}">
                <a16:creationId xmlns:a16="http://schemas.microsoft.com/office/drawing/2014/main" id="{C5BC8EF9-2AAD-964E-B5C9-DA6D5730A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04" y="2510161"/>
            <a:ext cx="1927802" cy="18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7">
            <a:extLst>
              <a:ext uri="{FF2B5EF4-FFF2-40B4-BE49-F238E27FC236}">
                <a16:creationId xmlns:a16="http://schemas.microsoft.com/office/drawing/2014/main" id="{1AC5A0E2-DCBB-C840-8B6E-52AFD1F98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t="15370" r="16049" b="16461"/>
          <a:stretch>
            <a:fillRect/>
          </a:stretch>
        </p:blipFill>
        <p:spPr bwMode="auto">
          <a:xfrm>
            <a:off x="10271568" y="1004461"/>
            <a:ext cx="1162999" cy="113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26">
            <a:extLst>
              <a:ext uri="{FF2B5EF4-FFF2-40B4-BE49-F238E27FC236}">
                <a16:creationId xmlns:a16="http://schemas.microsoft.com/office/drawing/2014/main" id="{34D98AD7-4E45-484B-847D-24295B75EB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6" t="34573" r="12077" b="33870"/>
          <a:stretch>
            <a:fillRect/>
          </a:stretch>
        </p:blipFill>
        <p:spPr bwMode="auto">
          <a:xfrm>
            <a:off x="4345583" y="2352542"/>
            <a:ext cx="1207464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32">
            <a:extLst>
              <a:ext uri="{FF2B5EF4-FFF2-40B4-BE49-F238E27FC236}">
                <a16:creationId xmlns:a16="http://schemas.microsoft.com/office/drawing/2014/main" id="{6F1CC7D4-D8F8-ED48-BE5E-B784531878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708" y="5771954"/>
            <a:ext cx="24272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Picture 33">
            <a:extLst>
              <a:ext uri="{FF2B5EF4-FFF2-40B4-BE49-F238E27FC236}">
                <a16:creationId xmlns:a16="http://schemas.microsoft.com/office/drawing/2014/main" id="{148FA159-F59D-7C41-9C86-30B6EDCFA25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4" t="44629" r="71858" b="22768"/>
          <a:stretch/>
        </p:blipFill>
        <p:spPr bwMode="auto">
          <a:xfrm>
            <a:off x="3519301" y="4297725"/>
            <a:ext cx="686908" cy="153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34" descr="EC2-AMI.png">
            <a:extLst>
              <a:ext uri="{FF2B5EF4-FFF2-40B4-BE49-F238E27FC236}">
                <a16:creationId xmlns:a16="http://schemas.microsoft.com/office/drawing/2014/main" id="{61F53A82-C105-3B40-ACD2-2F696B39C6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758" y="4539023"/>
            <a:ext cx="8587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5">
            <a:extLst>
              <a:ext uri="{FF2B5EF4-FFF2-40B4-BE49-F238E27FC236}">
                <a16:creationId xmlns:a16="http://schemas.microsoft.com/office/drawing/2014/main" id="{7E34AF14-A989-184E-9142-4664E1002B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081" y="4673425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E88A80-3B2A-6349-94B2-C00EAB85C39B}"/>
              </a:ext>
            </a:extLst>
          </p:cNvPr>
          <p:cNvCxnSpPr>
            <a:endCxn id="22532" idx="1"/>
          </p:cNvCxnSpPr>
          <p:nvPr/>
        </p:nvCxnSpPr>
        <p:spPr>
          <a:xfrm flipV="1">
            <a:off x="1686142" y="1489399"/>
            <a:ext cx="1477015" cy="1235075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5">
            <a:extLst>
              <a:ext uri="{FF2B5EF4-FFF2-40B4-BE49-F238E27FC236}">
                <a16:creationId xmlns:a16="http://schemas.microsoft.com/office/drawing/2014/main" id="{CC15ACB1-15E4-6343-BF8F-F15FD49D2D0F}"/>
              </a:ext>
            </a:extLst>
          </p:cNvPr>
          <p:cNvSpPr txBox="1">
            <a:spLocks noChangeArrowheads="1"/>
          </p:cNvSpPr>
          <p:nvPr/>
        </p:nvSpPr>
        <p:spPr bwMode="auto">
          <a:xfrm rot="-2345410">
            <a:off x="1602207" y="1779030"/>
            <a:ext cx="1447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git pull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277463-D818-AD46-9857-BEC0FCD8B1D2}"/>
              </a:ext>
            </a:extLst>
          </p:cNvPr>
          <p:cNvCxnSpPr>
            <a:stCxn id="22530" idx="3"/>
          </p:cNvCxnSpPr>
          <p:nvPr/>
        </p:nvCxnSpPr>
        <p:spPr>
          <a:xfrm flipV="1">
            <a:off x="1371818" y="1519561"/>
            <a:ext cx="1774824" cy="1111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5" name="TextBox 25">
            <a:extLst>
              <a:ext uri="{FF2B5EF4-FFF2-40B4-BE49-F238E27FC236}">
                <a16:creationId xmlns:a16="http://schemas.microsoft.com/office/drawing/2014/main" id="{10A993CD-8777-9040-9315-373FEB75A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7055" y="2101695"/>
            <a:ext cx="18241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git add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commit &amp; push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656C74-2928-1247-9C8E-2BF1283D3B5D}"/>
              </a:ext>
            </a:extLst>
          </p:cNvPr>
          <p:cNvCxnSpPr>
            <a:cxnSpLocks/>
          </p:cNvCxnSpPr>
          <p:nvPr/>
        </p:nvCxnSpPr>
        <p:spPr>
          <a:xfrm>
            <a:off x="1527894" y="4143209"/>
            <a:ext cx="12313" cy="2139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A3C72A-5A6B-2449-97AA-FFF8B307CAEC}"/>
              </a:ext>
            </a:extLst>
          </p:cNvPr>
          <p:cNvCxnSpPr>
            <a:cxnSpLocks/>
          </p:cNvCxnSpPr>
          <p:nvPr/>
        </p:nvCxnSpPr>
        <p:spPr>
          <a:xfrm flipV="1">
            <a:off x="1730315" y="2789318"/>
            <a:ext cx="6172137" cy="25964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9" name="TextBox 47">
            <a:extLst>
              <a:ext uri="{FF2B5EF4-FFF2-40B4-BE49-F238E27FC236}">
                <a16:creationId xmlns:a16="http://schemas.microsoft.com/office/drawing/2014/main" id="{8F5460C6-D48B-2D4D-B412-A90BAA51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79" y="2428504"/>
            <a:ext cx="2071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-build-clean</a:t>
            </a:r>
          </a:p>
        </p:txBody>
      </p:sp>
      <p:sp>
        <p:nvSpPr>
          <p:cNvPr id="22551" name="TextBox 60">
            <a:extLst>
              <a:ext uri="{FF2B5EF4-FFF2-40B4-BE49-F238E27FC236}">
                <a16:creationId xmlns:a16="http://schemas.microsoft.com/office/drawing/2014/main" id="{616CEBA2-A1B7-C34A-B67D-49CC28DE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413" y="2416697"/>
            <a:ext cx="19774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-build-war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2312D4-A653-784B-8B98-AF2A04CFAF02}"/>
              </a:ext>
            </a:extLst>
          </p:cNvPr>
          <p:cNvCxnSpPr>
            <a:cxnSpLocks/>
          </p:cNvCxnSpPr>
          <p:nvPr/>
        </p:nvCxnSpPr>
        <p:spPr>
          <a:xfrm>
            <a:off x="1592748" y="5070232"/>
            <a:ext cx="1887177" cy="804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5" name="Picture 91">
            <a:extLst>
              <a:ext uri="{FF2B5EF4-FFF2-40B4-BE49-F238E27FC236}">
                <a16:creationId xmlns:a16="http://schemas.microsoft.com/office/drawing/2014/main" id="{4B493727-C30C-0747-B824-6449CF678A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630" y="4330610"/>
            <a:ext cx="49537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6" name="Picture 34" descr="EC2-AMI.png">
            <a:extLst>
              <a:ext uri="{FF2B5EF4-FFF2-40B4-BE49-F238E27FC236}">
                <a16:creationId xmlns:a16="http://schemas.microsoft.com/office/drawing/2014/main" id="{679C20DC-6FAE-4D4E-AEB6-65A1CEC0C98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1" t="11057" r="15276" b="15184"/>
          <a:stretch/>
        </p:blipFill>
        <p:spPr bwMode="auto">
          <a:xfrm>
            <a:off x="9171983" y="4039783"/>
            <a:ext cx="1289038" cy="122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3FBD23F-C061-F64F-B2A3-CFADB7BF0845}"/>
              </a:ext>
            </a:extLst>
          </p:cNvPr>
          <p:cNvCxnSpPr>
            <a:cxnSpLocks/>
          </p:cNvCxnSpPr>
          <p:nvPr/>
        </p:nvCxnSpPr>
        <p:spPr>
          <a:xfrm>
            <a:off x="1520316" y="6315075"/>
            <a:ext cx="2439125" cy="635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9" name="Picture 94">
            <a:extLst>
              <a:ext uri="{FF2B5EF4-FFF2-40B4-BE49-F238E27FC236}">
                <a16:creationId xmlns:a16="http://schemas.microsoft.com/office/drawing/2014/main" id="{53745FFB-7066-A242-86AE-D4EC8D16C0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7403" y="5395768"/>
            <a:ext cx="1354997" cy="144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3983CE-DFC4-466D-8F0B-204F9A6017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9524" y="4555656"/>
            <a:ext cx="1411128" cy="743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3A9FAE-56F0-49A8-B1D2-C771CD4C4E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3069" y="2219807"/>
            <a:ext cx="1029430" cy="1002892"/>
          </a:xfrm>
          <a:prstGeom prst="rect">
            <a:avLst/>
          </a:prstGeom>
        </p:spPr>
      </p:pic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1B6C379-CEBB-4496-B048-3BC7FE65FF2F}"/>
              </a:ext>
            </a:extLst>
          </p:cNvPr>
          <p:cNvSpPr/>
          <p:nvPr/>
        </p:nvSpPr>
        <p:spPr>
          <a:xfrm>
            <a:off x="1692113" y="133740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6E11131C-DF6B-4834-B596-07E66896810B}"/>
              </a:ext>
            </a:extLst>
          </p:cNvPr>
          <p:cNvSpPr/>
          <p:nvPr/>
        </p:nvSpPr>
        <p:spPr>
          <a:xfrm rot="8296023">
            <a:off x="2557431" y="168252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A38223D2-DA96-440C-9EF4-2B4549A853A9}"/>
              </a:ext>
            </a:extLst>
          </p:cNvPr>
          <p:cNvSpPr/>
          <p:nvPr/>
        </p:nvSpPr>
        <p:spPr>
          <a:xfrm>
            <a:off x="2211767" y="2648693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55D4F48-D193-4D4A-8F41-42459E869462}"/>
              </a:ext>
            </a:extLst>
          </p:cNvPr>
          <p:cNvSpPr/>
          <p:nvPr/>
        </p:nvSpPr>
        <p:spPr>
          <a:xfrm rot="10800000">
            <a:off x="4298647" y="3377871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5" name="Picture 35">
            <a:extLst>
              <a:ext uri="{FF2B5EF4-FFF2-40B4-BE49-F238E27FC236}">
                <a16:creationId xmlns:a16="http://schemas.microsoft.com/office/drawing/2014/main" id="{102A5C62-4DEB-480E-9AC5-32E6E8AFAB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800" y="4691689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DE5AD8-94A1-48D8-88FA-EF472269F9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8545" y="1431345"/>
            <a:ext cx="531612" cy="5179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C4E09E-9800-4DA4-B7AC-95A83007C6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772" y="4746156"/>
            <a:ext cx="400859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256030-4B02-44F1-BC9D-C2252A917E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4319" y="4418597"/>
            <a:ext cx="881619" cy="8588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C0F667-A6F7-480E-971D-EE125A794D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3426" y="4713663"/>
            <a:ext cx="594690" cy="36446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AD05A5-8397-41BE-AE9C-AE9320A57D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1525" y="4662598"/>
            <a:ext cx="453982" cy="442279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501A5BD-0A86-4BC5-AE0A-4AA683A59B57}"/>
              </a:ext>
            </a:extLst>
          </p:cNvPr>
          <p:cNvCxnSpPr>
            <a:cxnSpLocks/>
          </p:cNvCxnSpPr>
          <p:nvPr/>
        </p:nvCxnSpPr>
        <p:spPr>
          <a:xfrm>
            <a:off x="6294268" y="6315075"/>
            <a:ext cx="1888662" cy="1672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6F0DB04C-AC80-46E5-AB37-E48A750A7805}"/>
              </a:ext>
            </a:extLst>
          </p:cNvPr>
          <p:cNvSpPr/>
          <p:nvPr/>
        </p:nvSpPr>
        <p:spPr>
          <a:xfrm>
            <a:off x="7195392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F89F0C98-D19E-4167-808B-186C104F843F}"/>
              </a:ext>
            </a:extLst>
          </p:cNvPr>
          <p:cNvSpPr/>
          <p:nvPr/>
        </p:nvSpPr>
        <p:spPr>
          <a:xfrm>
            <a:off x="2425765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FF60511-D5E0-4E19-A588-B69588CF4AE6}"/>
              </a:ext>
            </a:extLst>
          </p:cNvPr>
          <p:cNvCxnSpPr>
            <a:cxnSpLocks/>
          </p:cNvCxnSpPr>
          <p:nvPr/>
        </p:nvCxnSpPr>
        <p:spPr>
          <a:xfrm>
            <a:off x="1813133" y="3642998"/>
            <a:ext cx="5650714" cy="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40A91C2A-9099-4D9B-AC05-080EEC984D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09092" y="3113208"/>
            <a:ext cx="896025" cy="896025"/>
          </a:xfrm>
          <a:prstGeom prst="rect">
            <a:avLst/>
          </a:prstGeom>
        </p:spPr>
      </p:pic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CBEC6945-6DDC-421B-BE71-CB126A0DA740}"/>
              </a:ext>
            </a:extLst>
          </p:cNvPr>
          <p:cNvSpPr/>
          <p:nvPr/>
        </p:nvSpPr>
        <p:spPr>
          <a:xfrm>
            <a:off x="2139890" y="3479240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365413F3-2199-4F26-A0F7-362C695FB868}"/>
              </a:ext>
            </a:extLst>
          </p:cNvPr>
          <p:cNvSpPr/>
          <p:nvPr/>
        </p:nvSpPr>
        <p:spPr>
          <a:xfrm rot="21387020">
            <a:off x="5594798" y="3476348"/>
            <a:ext cx="262705" cy="34787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0" name="Arrow: Chevron 109">
            <a:extLst>
              <a:ext uri="{FF2B5EF4-FFF2-40B4-BE49-F238E27FC236}">
                <a16:creationId xmlns:a16="http://schemas.microsoft.com/office/drawing/2014/main" id="{E689C809-57FA-480B-890C-926697307E51}"/>
              </a:ext>
            </a:extLst>
          </p:cNvPr>
          <p:cNvSpPr/>
          <p:nvPr/>
        </p:nvSpPr>
        <p:spPr>
          <a:xfrm>
            <a:off x="2289820" y="488266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DD3100F8-B153-4E84-9174-59A746ADF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34" y="577970"/>
            <a:ext cx="13036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i="1" dirty="0">
                <a:latin typeface="Arial" panose="020B0604020202020204" pitchFamily="34" charset="0"/>
              </a:rPr>
              <a:t>Developer</a:t>
            </a:r>
            <a:endParaRPr lang="en-US" altLang="en-US" sz="1100" i="1" dirty="0">
              <a:latin typeface="Arial" panose="020B0604020202020204" pitchFamily="3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6DF81D-A28A-45A1-9F27-EE85343B5FA7}"/>
              </a:ext>
            </a:extLst>
          </p:cNvPr>
          <p:cNvCxnSpPr>
            <a:cxnSpLocks/>
          </p:cNvCxnSpPr>
          <p:nvPr/>
        </p:nvCxnSpPr>
        <p:spPr>
          <a:xfrm flipV="1">
            <a:off x="7463847" y="2837953"/>
            <a:ext cx="0" cy="844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42FDEEC-F5A5-47D4-962D-C65A4A43FD6E}"/>
              </a:ext>
            </a:extLst>
          </p:cNvPr>
          <p:cNvSpPr/>
          <p:nvPr/>
        </p:nvSpPr>
        <p:spPr>
          <a:xfrm>
            <a:off x="4814486" y="264582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7F07893-DF18-4F11-B36A-CB8ED6C6BC02}"/>
              </a:ext>
            </a:extLst>
          </p:cNvPr>
          <p:cNvSpPr/>
          <p:nvPr/>
        </p:nvSpPr>
        <p:spPr>
          <a:xfrm rot="16200000">
            <a:off x="7344128" y="3044022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C681B8E-354B-43DA-8FFC-F4E05CDD1B53}"/>
              </a:ext>
            </a:extLst>
          </p:cNvPr>
          <p:cNvCxnSpPr>
            <a:cxnSpLocks/>
          </p:cNvCxnSpPr>
          <p:nvPr/>
        </p:nvCxnSpPr>
        <p:spPr>
          <a:xfrm flipV="1">
            <a:off x="8811407" y="2786170"/>
            <a:ext cx="2088514" cy="12759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3C951FF-A524-489A-BE64-3CCCBBF36D78}"/>
              </a:ext>
            </a:extLst>
          </p:cNvPr>
          <p:cNvCxnSpPr>
            <a:cxnSpLocks/>
          </p:cNvCxnSpPr>
          <p:nvPr/>
        </p:nvCxnSpPr>
        <p:spPr>
          <a:xfrm flipV="1">
            <a:off x="10878523" y="2038262"/>
            <a:ext cx="0" cy="747908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rrow: Chevron 82">
            <a:extLst>
              <a:ext uri="{FF2B5EF4-FFF2-40B4-BE49-F238E27FC236}">
                <a16:creationId xmlns:a16="http://schemas.microsoft.com/office/drawing/2014/main" id="{645E2B33-94B9-4D14-B6B3-033CE2801A23}"/>
              </a:ext>
            </a:extLst>
          </p:cNvPr>
          <p:cNvSpPr/>
          <p:nvPr/>
        </p:nvSpPr>
        <p:spPr>
          <a:xfrm rot="16200000">
            <a:off x="10718240" y="2273277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B9D27853-A678-436E-A7F4-602726CA3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0035" y="2298972"/>
            <a:ext cx="237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warUploadtos3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A97D67F-23F4-42E2-A653-775F5EDF8ADC}"/>
              </a:ext>
            </a:extLst>
          </p:cNvPr>
          <p:cNvCxnSpPr>
            <a:cxnSpLocks/>
          </p:cNvCxnSpPr>
          <p:nvPr/>
        </p:nvCxnSpPr>
        <p:spPr>
          <a:xfrm flipH="1">
            <a:off x="8182933" y="2773742"/>
            <a:ext cx="2681418" cy="170131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Arrow: Chevron 96">
            <a:extLst>
              <a:ext uri="{FF2B5EF4-FFF2-40B4-BE49-F238E27FC236}">
                <a16:creationId xmlns:a16="http://schemas.microsoft.com/office/drawing/2014/main" id="{D2ABA30B-BAF3-40E2-99F9-A4324D341753}"/>
              </a:ext>
            </a:extLst>
          </p:cNvPr>
          <p:cNvSpPr/>
          <p:nvPr/>
        </p:nvSpPr>
        <p:spPr>
          <a:xfrm rot="8755423">
            <a:off x="8814118" y="375565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3D6080B6-1290-4C0E-8C62-D5ACFCD51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185" y="4550545"/>
            <a:ext cx="2090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packer-build-AMI</a:t>
            </a:r>
          </a:p>
        </p:txBody>
      </p:sp>
      <p:sp>
        <p:nvSpPr>
          <p:cNvPr id="49" name="TextBox 45">
            <a:extLst>
              <a:ext uri="{FF2B5EF4-FFF2-40B4-BE49-F238E27FC236}">
                <a16:creationId xmlns:a16="http://schemas.microsoft.com/office/drawing/2014/main" id="{76EDB36C-6019-4496-BF55-CC0EFA7F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501" y="5375635"/>
            <a:ext cx="12151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Ubuntu-AMI</a:t>
            </a:r>
          </a:p>
        </p:txBody>
      </p:sp>
      <p:sp>
        <p:nvSpPr>
          <p:cNvPr id="53" name="TextBox 45">
            <a:extLst>
              <a:ext uri="{FF2B5EF4-FFF2-40B4-BE49-F238E27FC236}">
                <a16:creationId xmlns:a16="http://schemas.microsoft.com/office/drawing/2014/main" id="{B1F2871A-EDFA-42C4-80CE-F0F98C6E7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668" y="3598264"/>
            <a:ext cx="3289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warDownloadtoS3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6BD54D3D-C129-4E6E-9F6E-D785C7E27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1407" y="6060049"/>
            <a:ext cx="19572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packer-AMI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85781CD-800B-4F7D-916E-D8C2A9C9BF95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9787704" y="5228588"/>
            <a:ext cx="2307" cy="831461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6A22AF29-5FF4-4391-8467-561AEA6362F9}"/>
              </a:ext>
            </a:extLst>
          </p:cNvPr>
          <p:cNvSpPr/>
          <p:nvPr/>
        </p:nvSpPr>
        <p:spPr>
          <a:xfrm rot="5400000">
            <a:off x="9694738" y="5492314"/>
            <a:ext cx="185928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74" name="Picture 35">
            <a:extLst>
              <a:ext uri="{FF2B5EF4-FFF2-40B4-BE49-F238E27FC236}">
                <a16:creationId xmlns:a16="http://schemas.microsoft.com/office/drawing/2014/main" id="{5CE6AA2D-F582-47F7-BE9B-8E61AEC581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216" y="6080402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732C6692-3FFD-4114-A30D-B21FA161067A}"/>
              </a:ext>
            </a:extLst>
          </p:cNvPr>
          <p:cNvSpPr/>
          <p:nvPr/>
        </p:nvSpPr>
        <p:spPr>
          <a:xfrm>
            <a:off x="9311133" y="261986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75F13785-DD54-4990-B927-455EF51C0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288" y="908999"/>
            <a:ext cx="3016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dev/</a:t>
            </a:r>
            <a:r>
              <a:rPr lang="en-US" altLang="en-US" sz="2400" b="1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qa</a:t>
            </a:r>
            <a:r>
              <a:rPr lang="en-US" altLang="en-US" sz="2400" b="1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/prod env</a:t>
            </a:r>
            <a:endParaRPr lang="en-US" altLang="en-US" sz="1800" b="1" i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CC6C1F79-23F4-49BD-8CD8-CE9F778E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840" y="365838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warUploadtos3</a:t>
            </a:r>
          </a:p>
        </p:txBody>
      </p:sp>
      <p:sp>
        <p:nvSpPr>
          <p:cNvPr id="9" name="TextBox 45">
            <a:extLst>
              <a:ext uri="{FF2B5EF4-FFF2-40B4-BE49-F238E27FC236}">
                <a16:creationId xmlns:a16="http://schemas.microsoft.com/office/drawing/2014/main" id="{CF53C0DE-A0B1-45CB-A2A1-8949FD8B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852" y="364299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warUploadtos3</a:t>
            </a:r>
          </a:p>
        </p:txBody>
      </p:sp>
      <p:sp>
        <p:nvSpPr>
          <p:cNvPr id="20" name="TextBox 45">
            <a:extLst>
              <a:ext uri="{FF2B5EF4-FFF2-40B4-BE49-F238E27FC236}">
                <a16:creationId xmlns:a16="http://schemas.microsoft.com/office/drawing/2014/main" id="{0C10DC5E-E107-4180-B291-12318511B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8708" y="4468532"/>
            <a:ext cx="16442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packer-AMI</a:t>
            </a: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A655ED3F-D45E-43B8-86DF-18D854947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256" y="5757944"/>
            <a:ext cx="1660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terraform-pr</a:t>
            </a:r>
          </a:p>
        </p:txBody>
      </p:sp>
      <p:sp>
        <p:nvSpPr>
          <p:cNvPr id="27" name="TextBox 45">
            <a:extLst>
              <a:ext uri="{FF2B5EF4-FFF2-40B4-BE49-F238E27FC236}">
                <a16:creationId xmlns:a16="http://schemas.microsoft.com/office/drawing/2014/main" id="{0390A60B-6124-48A6-A9CF-6B8526A84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790" y="5790699"/>
            <a:ext cx="1660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terraform-pr</a:t>
            </a:r>
          </a:p>
        </p:txBody>
      </p:sp>
    </p:spTree>
    <p:extLst>
      <p:ext uri="{BB962C8B-B14F-4D97-AF65-F5344CB8AC3E}">
        <p14:creationId xmlns:p14="http://schemas.microsoft.com/office/powerpoint/2010/main" val="220470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FE16F7C-B4C2-416B-BB78-6226FB9FB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1693" y="0"/>
            <a:ext cx="4981787" cy="6854828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BFEB2D-D6DF-44B6-B5FB-021B39A4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4" y="2876365"/>
            <a:ext cx="3870664" cy="6477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n-lt"/>
              </a:rPr>
              <a:t>AWS INFRASTRUCTURE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909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8258389-7AB0-49D6-A0FF-CEFCFF1090A2}"/>
              </a:ext>
            </a:extLst>
          </p:cNvPr>
          <p:cNvSpPr/>
          <p:nvPr/>
        </p:nvSpPr>
        <p:spPr>
          <a:xfrm>
            <a:off x="8978753" y="3481473"/>
            <a:ext cx="2260069" cy="1529941"/>
          </a:xfrm>
          <a:prstGeom prst="rect">
            <a:avLst/>
          </a:prstGeom>
          <a:ln w="571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541A-529F-B24A-B1CF-0BDF8F1E95AA}"/>
              </a:ext>
            </a:extLst>
          </p:cNvPr>
          <p:cNvSpPr/>
          <p:nvPr/>
        </p:nvSpPr>
        <p:spPr>
          <a:xfrm>
            <a:off x="1520317" y="629497"/>
            <a:ext cx="10260351" cy="5702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27DC8EC-731A-2E4B-B22C-02761650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" y="-31750"/>
            <a:ext cx="12190413" cy="6477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latin typeface="+mn-lt"/>
              </a:rPr>
              <a:t>Dev Environment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2530" name="Picture 1">
            <a:extLst>
              <a:ext uri="{FF2B5EF4-FFF2-40B4-BE49-F238E27FC236}">
                <a16:creationId xmlns:a16="http://schemas.microsoft.com/office/drawing/2014/main" id="{D2BB13EA-9146-0E45-90CA-8D02B2D11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58" y="1032198"/>
            <a:ext cx="102496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24">
            <a:extLst>
              <a:ext uri="{FF2B5EF4-FFF2-40B4-BE49-F238E27FC236}">
                <a16:creationId xmlns:a16="http://schemas.microsoft.com/office/drawing/2014/main" id="{0AE4C2D5-B953-E744-A4B2-94074E0FD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57" y="960761"/>
            <a:ext cx="108362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16">
            <a:extLst>
              <a:ext uri="{FF2B5EF4-FFF2-40B4-BE49-F238E27FC236}">
                <a16:creationId xmlns:a16="http://schemas.microsoft.com/office/drawing/2014/main" id="{118F7998-FF23-3B40-AD8C-14568EBAF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18" y="1399593"/>
            <a:ext cx="16013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GITHUB/develop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pic>
        <p:nvPicPr>
          <p:cNvPr id="22534" name="Picture 19">
            <a:extLst>
              <a:ext uri="{FF2B5EF4-FFF2-40B4-BE49-F238E27FC236}">
                <a16:creationId xmlns:a16="http://schemas.microsoft.com/office/drawing/2014/main" id="{C5BC8EF9-2AAD-964E-B5C9-DA6D5730A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04" y="2510161"/>
            <a:ext cx="1927802" cy="18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7">
            <a:extLst>
              <a:ext uri="{FF2B5EF4-FFF2-40B4-BE49-F238E27FC236}">
                <a16:creationId xmlns:a16="http://schemas.microsoft.com/office/drawing/2014/main" id="{1AC5A0E2-DCBB-C840-8B6E-52AFD1F98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t="15370" r="16049" b="16461"/>
          <a:stretch>
            <a:fillRect/>
          </a:stretch>
        </p:blipFill>
        <p:spPr bwMode="auto">
          <a:xfrm>
            <a:off x="10271568" y="1004461"/>
            <a:ext cx="1162999" cy="113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26">
            <a:extLst>
              <a:ext uri="{FF2B5EF4-FFF2-40B4-BE49-F238E27FC236}">
                <a16:creationId xmlns:a16="http://schemas.microsoft.com/office/drawing/2014/main" id="{34D98AD7-4E45-484B-847D-24295B75EB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6" t="34573" r="12077" b="33870"/>
          <a:stretch>
            <a:fillRect/>
          </a:stretch>
        </p:blipFill>
        <p:spPr bwMode="auto">
          <a:xfrm>
            <a:off x="4345583" y="2352542"/>
            <a:ext cx="1207464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32">
            <a:extLst>
              <a:ext uri="{FF2B5EF4-FFF2-40B4-BE49-F238E27FC236}">
                <a16:creationId xmlns:a16="http://schemas.microsoft.com/office/drawing/2014/main" id="{6F1CC7D4-D8F8-ED48-BE5E-B784531878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708" y="5771954"/>
            <a:ext cx="24272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Picture 33">
            <a:extLst>
              <a:ext uri="{FF2B5EF4-FFF2-40B4-BE49-F238E27FC236}">
                <a16:creationId xmlns:a16="http://schemas.microsoft.com/office/drawing/2014/main" id="{148FA159-F59D-7C41-9C86-30B6EDCFA25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4" t="44629" r="71858" b="22768"/>
          <a:stretch/>
        </p:blipFill>
        <p:spPr bwMode="auto">
          <a:xfrm>
            <a:off x="3519301" y="4297725"/>
            <a:ext cx="686908" cy="153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34" descr="EC2-AMI.png">
            <a:extLst>
              <a:ext uri="{FF2B5EF4-FFF2-40B4-BE49-F238E27FC236}">
                <a16:creationId xmlns:a16="http://schemas.microsoft.com/office/drawing/2014/main" id="{61F53A82-C105-3B40-ACD2-2F696B39C6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758" y="4539023"/>
            <a:ext cx="8587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5">
            <a:extLst>
              <a:ext uri="{FF2B5EF4-FFF2-40B4-BE49-F238E27FC236}">
                <a16:creationId xmlns:a16="http://schemas.microsoft.com/office/drawing/2014/main" id="{7E34AF14-A989-184E-9142-4664E1002B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081" y="4673425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E88A80-3B2A-6349-94B2-C00EAB85C39B}"/>
              </a:ext>
            </a:extLst>
          </p:cNvPr>
          <p:cNvCxnSpPr>
            <a:endCxn id="22532" idx="1"/>
          </p:cNvCxnSpPr>
          <p:nvPr/>
        </p:nvCxnSpPr>
        <p:spPr>
          <a:xfrm flipV="1">
            <a:off x="1686142" y="1489399"/>
            <a:ext cx="1477015" cy="1235075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5">
            <a:extLst>
              <a:ext uri="{FF2B5EF4-FFF2-40B4-BE49-F238E27FC236}">
                <a16:creationId xmlns:a16="http://schemas.microsoft.com/office/drawing/2014/main" id="{CC15ACB1-15E4-6343-BF8F-F15FD49D2D0F}"/>
              </a:ext>
            </a:extLst>
          </p:cNvPr>
          <p:cNvSpPr txBox="1">
            <a:spLocks noChangeArrowheads="1"/>
          </p:cNvSpPr>
          <p:nvPr/>
        </p:nvSpPr>
        <p:spPr bwMode="auto">
          <a:xfrm rot="-2345410">
            <a:off x="1602207" y="1779030"/>
            <a:ext cx="1447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git pull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277463-D818-AD46-9857-BEC0FCD8B1D2}"/>
              </a:ext>
            </a:extLst>
          </p:cNvPr>
          <p:cNvCxnSpPr>
            <a:stCxn id="22530" idx="3"/>
          </p:cNvCxnSpPr>
          <p:nvPr/>
        </p:nvCxnSpPr>
        <p:spPr>
          <a:xfrm flipV="1">
            <a:off x="1371818" y="1519561"/>
            <a:ext cx="1774824" cy="1111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5" name="TextBox 25">
            <a:extLst>
              <a:ext uri="{FF2B5EF4-FFF2-40B4-BE49-F238E27FC236}">
                <a16:creationId xmlns:a16="http://schemas.microsoft.com/office/drawing/2014/main" id="{10A993CD-8777-9040-9315-373FEB75A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7055" y="2101695"/>
            <a:ext cx="18241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git add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commit &amp; push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656C74-2928-1247-9C8E-2BF1283D3B5D}"/>
              </a:ext>
            </a:extLst>
          </p:cNvPr>
          <p:cNvCxnSpPr>
            <a:cxnSpLocks/>
          </p:cNvCxnSpPr>
          <p:nvPr/>
        </p:nvCxnSpPr>
        <p:spPr>
          <a:xfrm>
            <a:off x="1527894" y="4143209"/>
            <a:ext cx="12313" cy="2139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A3C72A-5A6B-2449-97AA-FFF8B307CAEC}"/>
              </a:ext>
            </a:extLst>
          </p:cNvPr>
          <p:cNvCxnSpPr>
            <a:cxnSpLocks/>
          </p:cNvCxnSpPr>
          <p:nvPr/>
        </p:nvCxnSpPr>
        <p:spPr>
          <a:xfrm flipV="1">
            <a:off x="1730315" y="2789318"/>
            <a:ext cx="6172137" cy="25964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9" name="TextBox 47">
            <a:extLst>
              <a:ext uri="{FF2B5EF4-FFF2-40B4-BE49-F238E27FC236}">
                <a16:creationId xmlns:a16="http://schemas.microsoft.com/office/drawing/2014/main" id="{8F5460C6-D48B-2D4D-B412-A90BAA51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79" y="2428504"/>
            <a:ext cx="2071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</a:t>
            </a: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-build-clean</a:t>
            </a:r>
          </a:p>
        </p:txBody>
      </p:sp>
      <p:sp>
        <p:nvSpPr>
          <p:cNvPr id="22551" name="TextBox 60">
            <a:extLst>
              <a:ext uri="{FF2B5EF4-FFF2-40B4-BE49-F238E27FC236}">
                <a16:creationId xmlns:a16="http://schemas.microsoft.com/office/drawing/2014/main" id="{616CEBA2-A1B7-C34A-B67D-49CC28DE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413" y="2416697"/>
            <a:ext cx="19774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</a:t>
            </a: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-build-war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2312D4-A653-784B-8B98-AF2A04CFAF02}"/>
              </a:ext>
            </a:extLst>
          </p:cNvPr>
          <p:cNvCxnSpPr>
            <a:cxnSpLocks/>
          </p:cNvCxnSpPr>
          <p:nvPr/>
        </p:nvCxnSpPr>
        <p:spPr>
          <a:xfrm>
            <a:off x="1592748" y="5070232"/>
            <a:ext cx="1887177" cy="804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5" name="Picture 91">
            <a:extLst>
              <a:ext uri="{FF2B5EF4-FFF2-40B4-BE49-F238E27FC236}">
                <a16:creationId xmlns:a16="http://schemas.microsoft.com/office/drawing/2014/main" id="{4B493727-C30C-0747-B824-6449CF678A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630" y="4330610"/>
            <a:ext cx="49537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6" name="Picture 34" descr="EC2-AMI.png">
            <a:extLst>
              <a:ext uri="{FF2B5EF4-FFF2-40B4-BE49-F238E27FC236}">
                <a16:creationId xmlns:a16="http://schemas.microsoft.com/office/drawing/2014/main" id="{679C20DC-6FAE-4D4E-AEB6-65A1CEC0C98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1" t="11057" r="15276" b="15184"/>
          <a:stretch/>
        </p:blipFill>
        <p:spPr bwMode="auto">
          <a:xfrm>
            <a:off x="9171983" y="4039783"/>
            <a:ext cx="1289038" cy="122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3FBD23F-C061-F64F-B2A3-CFADB7BF0845}"/>
              </a:ext>
            </a:extLst>
          </p:cNvPr>
          <p:cNvCxnSpPr>
            <a:cxnSpLocks/>
          </p:cNvCxnSpPr>
          <p:nvPr/>
        </p:nvCxnSpPr>
        <p:spPr>
          <a:xfrm>
            <a:off x="1520316" y="6315075"/>
            <a:ext cx="2439125" cy="635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9" name="Picture 94">
            <a:extLst>
              <a:ext uri="{FF2B5EF4-FFF2-40B4-BE49-F238E27FC236}">
                <a16:creationId xmlns:a16="http://schemas.microsoft.com/office/drawing/2014/main" id="{53745FFB-7066-A242-86AE-D4EC8D16C0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7403" y="5395768"/>
            <a:ext cx="1354997" cy="144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3983CE-DFC4-466D-8F0B-204F9A6017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9524" y="4555656"/>
            <a:ext cx="1411128" cy="743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3A9FAE-56F0-49A8-B1D2-C771CD4C4E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3069" y="2219807"/>
            <a:ext cx="1029430" cy="1002892"/>
          </a:xfrm>
          <a:prstGeom prst="rect">
            <a:avLst/>
          </a:prstGeom>
        </p:spPr>
      </p:pic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1B6C379-CEBB-4496-B048-3BC7FE65FF2F}"/>
              </a:ext>
            </a:extLst>
          </p:cNvPr>
          <p:cNvSpPr/>
          <p:nvPr/>
        </p:nvSpPr>
        <p:spPr>
          <a:xfrm>
            <a:off x="1692113" y="133740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6E11131C-DF6B-4834-B596-07E66896810B}"/>
              </a:ext>
            </a:extLst>
          </p:cNvPr>
          <p:cNvSpPr/>
          <p:nvPr/>
        </p:nvSpPr>
        <p:spPr>
          <a:xfrm rot="8296023">
            <a:off x="2557431" y="168252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A38223D2-DA96-440C-9EF4-2B4549A853A9}"/>
              </a:ext>
            </a:extLst>
          </p:cNvPr>
          <p:cNvSpPr/>
          <p:nvPr/>
        </p:nvSpPr>
        <p:spPr>
          <a:xfrm>
            <a:off x="2211767" y="2648693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55D4F48-D193-4D4A-8F41-42459E869462}"/>
              </a:ext>
            </a:extLst>
          </p:cNvPr>
          <p:cNvSpPr/>
          <p:nvPr/>
        </p:nvSpPr>
        <p:spPr>
          <a:xfrm rot="10800000">
            <a:off x="4298647" y="3377871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5" name="Picture 35">
            <a:extLst>
              <a:ext uri="{FF2B5EF4-FFF2-40B4-BE49-F238E27FC236}">
                <a16:creationId xmlns:a16="http://schemas.microsoft.com/office/drawing/2014/main" id="{102A5C62-4DEB-480E-9AC5-32E6E8AFAB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800" y="4691689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DE5AD8-94A1-48D8-88FA-EF472269F9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8545" y="1431345"/>
            <a:ext cx="531612" cy="5179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C4E09E-9800-4DA4-B7AC-95A83007C6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772" y="4746156"/>
            <a:ext cx="400859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256030-4B02-44F1-BC9D-C2252A917E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4319" y="4418597"/>
            <a:ext cx="881619" cy="8588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C0F667-A6F7-480E-971D-EE125A794D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3426" y="4713663"/>
            <a:ext cx="594690" cy="36446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AD05A5-8397-41BE-AE9C-AE9320A57D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1525" y="4662598"/>
            <a:ext cx="453982" cy="442279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501A5BD-0A86-4BC5-AE0A-4AA683A59B57}"/>
              </a:ext>
            </a:extLst>
          </p:cNvPr>
          <p:cNvCxnSpPr>
            <a:cxnSpLocks/>
          </p:cNvCxnSpPr>
          <p:nvPr/>
        </p:nvCxnSpPr>
        <p:spPr>
          <a:xfrm>
            <a:off x="6294268" y="6315075"/>
            <a:ext cx="1888662" cy="1672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6F0DB04C-AC80-46E5-AB37-E48A750A7805}"/>
              </a:ext>
            </a:extLst>
          </p:cNvPr>
          <p:cNvSpPr/>
          <p:nvPr/>
        </p:nvSpPr>
        <p:spPr>
          <a:xfrm>
            <a:off x="7195392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F89F0C98-D19E-4167-808B-186C104F843F}"/>
              </a:ext>
            </a:extLst>
          </p:cNvPr>
          <p:cNvSpPr/>
          <p:nvPr/>
        </p:nvSpPr>
        <p:spPr>
          <a:xfrm>
            <a:off x="2425765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FF60511-D5E0-4E19-A588-B69588CF4AE6}"/>
              </a:ext>
            </a:extLst>
          </p:cNvPr>
          <p:cNvCxnSpPr>
            <a:cxnSpLocks/>
          </p:cNvCxnSpPr>
          <p:nvPr/>
        </p:nvCxnSpPr>
        <p:spPr>
          <a:xfrm>
            <a:off x="1813133" y="3642998"/>
            <a:ext cx="5650714" cy="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40A91C2A-9099-4D9B-AC05-080EEC984D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09092" y="3113208"/>
            <a:ext cx="896025" cy="896025"/>
          </a:xfrm>
          <a:prstGeom prst="rect">
            <a:avLst/>
          </a:prstGeom>
        </p:spPr>
      </p:pic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CBEC6945-6DDC-421B-BE71-CB126A0DA740}"/>
              </a:ext>
            </a:extLst>
          </p:cNvPr>
          <p:cNvSpPr/>
          <p:nvPr/>
        </p:nvSpPr>
        <p:spPr>
          <a:xfrm>
            <a:off x="2139890" y="3479240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365413F3-2199-4F26-A0F7-362C695FB868}"/>
              </a:ext>
            </a:extLst>
          </p:cNvPr>
          <p:cNvSpPr/>
          <p:nvPr/>
        </p:nvSpPr>
        <p:spPr>
          <a:xfrm rot="21387020">
            <a:off x="5594798" y="3476348"/>
            <a:ext cx="262705" cy="34787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0" name="Arrow: Chevron 109">
            <a:extLst>
              <a:ext uri="{FF2B5EF4-FFF2-40B4-BE49-F238E27FC236}">
                <a16:creationId xmlns:a16="http://schemas.microsoft.com/office/drawing/2014/main" id="{E689C809-57FA-480B-890C-926697307E51}"/>
              </a:ext>
            </a:extLst>
          </p:cNvPr>
          <p:cNvSpPr/>
          <p:nvPr/>
        </p:nvSpPr>
        <p:spPr>
          <a:xfrm>
            <a:off x="2289820" y="488266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DD3100F8-B153-4E84-9174-59A746ADF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34" y="577970"/>
            <a:ext cx="13036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i="1" dirty="0">
                <a:latin typeface="Arial" panose="020B0604020202020204" pitchFamily="34" charset="0"/>
              </a:rPr>
              <a:t>Developer</a:t>
            </a:r>
            <a:endParaRPr lang="en-US" altLang="en-US" sz="1100" i="1" dirty="0">
              <a:latin typeface="Arial" panose="020B0604020202020204" pitchFamily="3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6DF81D-A28A-45A1-9F27-EE85343B5FA7}"/>
              </a:ext>
            </a:extLst>
          </p:cNvPr>
          <p:cNvCxnSpPr>
            <a:cxnSpLocks/>
          </p:cNvCxnSpPr>
          <p:nvPr/>
        </p:nvCxnSpPr>
        <p:spPr>
          <a:xfrm flipV="1">
            <a:off x="7463847" y="2837953"/>
            <a:ext cx="0" cy="844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42FDEEC-F5A5-47D4-962D-C65A4A43FD6E}"/>
              </a:ext>
            </a:extLst>
          </p:cNvPr>
          <p:cNvSpPr/>
          <p:nvPr/>
        </p:nvSpPr>
        <p:spPr>
          <a:xfrm>
            <a:off x="4814486" y="264582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7F07893-DF18-4F11-B36A-CB8ED6C6BC02}"/>
              </a:ext>
            </a:extLst>
          </p:cNvPr>
          <p:cNvSpPr/>
          <p:nvPr/>
        </p:nvSpPr>
        <p:spPr>
          <a:xfrm rot="16200000">
            <a:off x="7344128" y="3044022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C681B8E-354B-43DA-8FFC-F4E05CDD1B53}"/>
              </a:ext>
            </a:extLst>
          </p:cNvPr>
          <p:cNvCxnSpPr>
            <a:cxnSpLocks/>
          </p:cNvCxnSpPr>
          <p:nvPr/>
        </p:nvCxnSpPr>
        <p:spPr>
          <a:xfrm flipV="1">
            <a:off x="8811407" y="2786170"/>
            <a:ext cx="2088514" cy="12759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3C951FF-A524-489A-BE64-3CCCBBF36D78}"/>
              </a:ext>
            </a:extLst>
          </p:cNvPr>
          <p:cNvCxnSpPr>
            <a:cxnSpLocks/>
          </p:cNvCxnSpPr>
          <p:nvPr/>
        </p:nvCxnSpPr>
        <p:spPr>
          <a:xfrm flipV="1">
            <a:off x="10878523" y="2038262"/>
            <a:ext cx="0" cy="747908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rrow: Chevron 82">
            <a:extLst>
              <a:ext uri="{FF2B5EF4-FFF2-40B4-BE49-F238E27FC236}">
                <a16:creationId xmlns:a16="http://schemas.microsoft.com/office/drawing/2014/main" id="{645E2B33-94B9-4D14-B6B3-033CE2801A23}"/>
              </a:ext>
            </a:extLst>
          </p:cNvPr>
          <p:cNvSpPr/>
          <p:nvPr/>
        </p:nvSpPr>
        <p:spPr>
          <a:xfrm rot="16200000">
            <a:off x="10718240" y="2273277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B9D27853-A678-436E-A7F4-602726CA3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0035" y="2298972"/>
            <a:ext cx="237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dev-warUploadtos3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A97D67F-23F4-42E2-A653-775F5EDF8ADC}"/>
              </a:ext>
            </a:extLst>
          </p:cNvPr>
          <p:cNvCxnSpPr>
            <a:cxnSpLocks/>
          </p:cNvCxnSpPr>
          <p:nvPr/>
        </p:nvCxnSpPr>
        <p:spPr>
          <a:xfrm flipH="1">
            <a:off x="8182933" y="2773742"/>
            <a:ext cx="2681418" cy="170131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Arrow: Chevron 96">
            <a:extLst>
              <a:ext uri="{FF2B5EF4-FFF2-40B4-BE49-F238E27FC236}">
                <a16:creationId xmlns:a16="http://schemas.microsoft.com/office/drawing/2014/main" id="{D2ABA30B-BAF3-40E2-99F9-A4324D341753}"/>
              </a:ext>
            </a:extLst>
          </p:cNvPr>
          <p:cNvSpPr/>
          <p:nvPr/>
        </p:nvSpPr>
        <p:spPr>
          <a:xfrm rot="8755423">
            <a:off x="8814118" y="375565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3D6080B6-1290-4C0E-8C62-D5ACFCD51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185" y="4550545"/>
            <a:ext cx="2090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dev-packer-build-AMI</a:t>
            </a:r>
          </a:p>
        </p:txBody>
      </p:sp>
      <p:sp>
        <p:nvSpPr>
          <p:cNvPr id="49" name="TextBox 45">
            <a:extLst>
              <a:ext uri="{FF2B5EF4-FFF2-40B4-BE49-F238E27FC236}">
                <a16:creationId xmlns:a16="http://schemas.microsoft.com/office/drawing/2014/main" id="{76EDB36C-6019-4496-BF55-CC0EFA7F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501" y="5375635"/>
            <a:ext cx="12151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Ubuntu-AMI</a:t>
            </a:r>
          </a:p>
        </p:txBody>
      </p:sp>
      <p:sp>
        <p:nvSpPr>
          <p:cNvPr id="53" name="TextBox 45">
            <a:extLst>
              <a:ext uri="{FF2B5EF4-FFF2-40B4-BE49-F238E27FC236}">
                <a16:creationId xmlns:a16="http://schemas.microsoft.com/office/drawing/2014/main" id="{B1F2871A-EDFA-42C4-80CE-F0F98C6E7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668" y="3598264"/>
            <a:ext cx="3289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dev-warDownloadtoS3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6BD54D3D-C129-4E6E-9F6E-D785C7E27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1407" y="6060049"/>
            <a:ext cx="19572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dev-packer-AMI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85781CD-800B-4F7D-916E-D8C2A9C9BF95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9787704" y="5228588"/>
            <a:ext cx="2307" cy="831461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6A22AF29-5FF4-4391-8467-561AEA6362F9}"/>
              </a:ext>
            </a:extLst>
          </p:cNvPr>
          <p:cNvSpPr/>
          <p:nvPr/>
        </p:nvSpPr>
        <p:spPr>
          <a:xfrm rot="5400000">
            <a:off x="9694738" y="5492314"/>
            <a:ext cx="185928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74" name="Picture 35">
            <a:extLst>
              <a:ext uri="{FF2B5EF4-FFF2-40B4-BE49-F238E27FC236}">
                <a16:creationId xmlns:a16="http://schemas.microsoft.com/office/drawing/2014/main" id="{5CE6AA2D-F582-47F7-BE9B-8E61AEC581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216" y="6080402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732C6692-3FFD-4114-A30D-B21FA161067A}"/>
              </a:ext>
            </a:extLst>
          </p:cNvPr>
          <p:cNvSpPr/>
          <p:nvPr/>
        </p:nvSpPr>
        <p:spPr>
          <a:xfrm>
            <a:off x="9311133" y="261986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75F13785-DD54-4990-B927-455EF51C0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288" y="908999"/>
            <a:ext cx="16013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dev env</a:t>
            </a:r>
            <a:endParaRPr lang="en-US" altLang="en-US" sz="1800" b="1" i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CC6C1F79-23F4-49BD-8CD8-CE9F778E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840" y="365838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dev-warUploadtos3</a:t>
            </a:r>
          </a:p>
        </p:txBody>
      </p:sp>
      <p:sp>
        <p:nvSpPr>
          <p:cNvPr id="9" name="TextBox 45">
            <a:extLst>
              <a:ext uri="{FF2B5EF4-FFF2-40B4-BE49-F238E27FC236}">
                <a16:creationId xmlns:a16="http://schemas.microsoft.com/office/drawing/2014/main" id="{CF53C0DE-A0B1-45CB-A2A1-8949FD8B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852" y="364299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dev-warUploadtos3</a:t>
            </a:r>
          </a:p>
        </p:txBody>
      </p:sp>
      <p:sp>
        <p:nvSpPr>
          <p:cNvPr id="20" name="TextBox 45">
            <a:extLst>
              <a:ext uri="{FF2B5EF4-FFF2-40B4-BE49-F238E27FC236}">
                <a16:creationId xmlns:a16="http://schemas.microsoft.com/office/drawing/2014/main" id="{0C10DC5E-E107-4180-B291-12318511B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8708" y="4468532"/>
            <a:ext cx="16442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dev-packer-AMI</a:t>
            </a: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A655ED3F-D45E-43B8-86DF-18D854947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256" y="5757944"/>
            <a:ext cx="1660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dev-terraform-pr</a:t>
            </a:r>
          </a:p>
        </p:txBody>
      </p:sp>
      <p:sp>
        <p:nvSpPr>
          <p:cNvPr id="27" name="TextBox 45">
            <a:extLst>
              <a:ext uri="{FF2B5EF4-FFF2-40B4-BE49-F238E27FC236}">
                <a16:creationId xmlns:a16="http://schemas.microsoft.com/office/drawing/2014/main" id="{0390A60B-6124-48A6-A9CF-6B8526A84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790" y="5790699"/>
            <a:ext cx="1660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dev-terraform-pr</a:t>
            </a:r>
          </a:p>
        </p:txBody>
      </p:sp>
    </p:spTree>
    <p:extLst>
      <p:ext uri="{BB962C8B-B14F-4D97-AF65-F5344CB8AC3E}">
        <p14:creationId xmlns:p14="http://schemas.microsoft.com/office/powerpoint/2010/main" val="609574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8258389-7AB0-49D6-A0FF-CEFCFF1090A2}"/>
              </a:ext>
            </a:extLst>
          </p:cNvPr>
          <p:cNvSpPr/>
          <p:nvPr/>
        </p:nvSpPr>
        <p:spPr>
          <a:xfrm>
            <a:off x="8978753" y="3481473"/>
            <a:ext cx="2260069" cy="1529941"/>
          </a:xfrm>
          <a:prstGeom prst="rect">
            <a:avLst/>
          </a:prstGeom>
          <a:ln w="571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541A-529F-B24A-B1CF-0BDF8F1E95AA}"/>
              </a:ext>
            </a:extLst>
          </p:cNvPr>
          <p:cNvSpPr/>
          <p:nvPr/>
        </p:nvSpPr>
        <p:spPr>
          <a:xfrm>
            <a:off x="1520317" y="629497"/>
            <a:ext cx="10260351" cy="5702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27DC8EC-731A-2E4B-B22C-02761650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" y="-31750"/>
            <a:ext cx="12190413" cy="6477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latin typeface="+mn-lt"/>
              </a:rPr>
              <a:t>QA Release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2532" name="Picture 24">
            <a:extLst>
              <a:ext uri="{FF2B5EF4-FFF2-40B4-BE49-F238E27FC236}">
                <a16:creationId xmlns:a16="http://schemas.microsoft.com/office/drawing/2014/main" id="{0AE4C2D5-B953-E744-A4B2-94074E0FD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57" y="960761"/>
            <a:ext cx="108362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16">
            <a:extLst>
              <a:ext uri="{FF2B5EF4-FFF2-40B4-BE49-F238E27FC236}">
                <a16:creationId xmlns:a16="http://schemas.microsoft.com/office/drawing/2014/main" id="{118F7998-FF23-3B40-AD8C-14568EBAF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18" y="1399593"/>
            <a:ext cx="16013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GITHUB/release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pic>
        <p:nvPicPr>
          <p:cNvPr id="22534" name="Picture 19">
            <a:extLst>
              <a:ext uri="{FF2B5EF4-FFF2-40B4-BE49-F238E27FC236}">
                <a16:creationId xmlns:a16="http://schemas.microsoft.com/office/drawing/2014/main" id="{C5BC8EF9-2AAD-964E-B5C9-DA6D5730A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04" y="2510161"/>
            <a:ext cx="1927802" cy="18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7">
            <a:extLst>
              <a:ext uri="{FF2B5EF4-FFF2-40B4-BE49-F238E27FC236}">
                <a16:creationId xmlns:a16="http://schemas.microsoft.com/office/drawing/2014/main" id="{1AC5A0E2-DCBB-C840-8B6E-52AFD1F98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t="15370" r="16049" b="16461"/>
          <a:stretch>
            <a:fillRect/>
          </a:stretch>
        </p:blipFill>
        <p:spPr bwMode="auto">
          <a:xfrm>
            <a:off x="10271568" y="1004461"/>
            <a:ext cx="1162999" cy="113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26">
            <a:extLst>
              <a:ext uri="{FF2B5EF4-FFF2-40B4-BE49-F238E27FC236}">
                <a16:creationId xmlns:a16="http://schemas.microsoft.com/office/drawing/2014/main" id="{34D98AD7-4E45-484B-847D-24295B75E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6" t="34573" r="12077" b="33870"/>
          <a:stretch>
            <a:fillRect/>
          </a:stretch>
        </p:blipFill>
        <p:spPr bwMode="auto">
          <a:xfrm>
            <a:off x="4345583" y="2352542"/>
            <a:ext cx="1207464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32">
            <a:extLst>
              <a:ext uri="{FF2B5EF4-FFF2-40B4-BE49-F238E27FC236}">
                <a16:creationId xmlns:a16="http://schemas.microsoft.com/office/drawing/2014/main" id="{6F1CC7D4-D8F8-ED48-BE5E-B784531878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708" y="5771954"/>
            <a:ext cx="24272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Picture 33">
            <a:extLst>
              <a:ext uri="{FF2B5EF4-FFF2-40B4-BE49-F238E27FC236}">
                <a16:creationId xmlns:a16="http://schemas.microsoft.com/office/drawing/2014/main" id="{148FA159-F59D-7C41-9C86-30B6EDCFA2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4" t="44629" r="71858" b="22768"/>
          <a:stretch/>
        </p:blipFill>
        <p:spPr bwMode="auto">
          <a:xfrm>
            <a:off x="3519301" y="4297725"/>
            <a:ext cx="686908" cy="153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34" descr="EC2-AMI.png">
            <a:extLst>
              <a:ext uri="{FF2B5EF4-FFF2-40B4-BE49-F238E27FC236}">
                <a16:creationId xmlns:a16="http://schemas.microsoft.com/office/drawing/2014/main" id="{61F53A82-C105-3B40-ACD2-2F696B39C6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758" y="4539023"/>
            <a:ext cx="8587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5">
            <a:extLst>
              <a:ext uri="{FF2B5EF4-FFF2-40B4-BE49-F238E27FC236}">
                <a16:creationId xmlns:a16="http://schemas.microsoft.com/office/drawing/2014/main" id="{7E34AF14-A989-184E-9142-4664E1002B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081" y="4673425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E88A80-3B2A-6349-94B2-C00EAB85C39B}"/>
              </a:ext>
            </a:extLst>
          </p:cNvPr>
          <p:cNvCxnSpPr>
            <a:endCxn id="22532" idx="1"/>
          </p:cNvCxnSpPr>
          <p:nvPr/>
        </p:nvCxnSpPr>
        <p:spPr>
          <a:xfrm flipV="1">
            <a:off x="1686142" y="1489399"/>
            <a:ext cx="1477015" cy="1235075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5">
            <a:extLst>
              <a:ext uri="{FF2B5EF4-FFF2-40B4-BE49-F238E27FC236}">
                <a16:creationId xmlns:a16="http://schemas.microsoft.com/office/drawing/2014/main" id="{CC15ACB1-15E4-6343-BF8F-F15FD49D2D0F}"/>
              </a:ext>
            </a:extLst>
          </p:cNvPr>
          <p:cNvSpPr txBox="1">
            <a:spLocks noChangeArrowheads="1"/>
          </p:cNvSpPr>
          <p:nvPr/>
        </p:nvSpPr>
        <p:spPr bwMode="auto">
          <a:xfrm rot="-2345410">
            <a:off x="1602207" y="1779030"/>
            <a:ext cx="1447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git pull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277463-D818-AD46-9857-BEC0FCD8B1D2}"/>
              </a:ext>
            </a:extLst>
          </p:cNvPr>
          <p:cNvCxnSpPr/>
          <p:nvPr/>
        </p:nvCxnSpPr>
        <p:spPr>
          <a:xfrm flipV="1">
            <a:off x="1371818" y="1519561"/>
            <a:ext cx="1774824" cy="1111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656C74-2928-1247-9C8E-2BF1283D3B5D}"/>
              </a:ext>
            </a:extLst>
          </p:cNvPr>
          <p:cNvCxnSpPr>
            <a:cxnSpLocks/>
          </p:cNvCxnSpPr>
          <p:nvPr/>
        </p:nvCxnSpPr>
        <p:spPr>
          <a:xfrm>
            <a:off x="1527894" y="4143209"/>
            <a:ext cx="12313" cy="2139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A3C72A-5A6B-2449-97AA-FFF8B307CAEC}"/>
              </a:ext>
            </a:extLst>
          </p:cNvPr>
          <p:cNvCxnSpPr>
            <a:cxnSpLocks/>
          </p:cNvCxnSpPr>
          <p:nvPr/>
        </p:nvCxnSpPr>
        <p:spPr>
          <a:xfrm flipV="1">
            <a:off x="1730315" y="2789318"/>
            <a:ext cx="6172137" cy="25964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9" name="TextBox 47">
            <a:extLst>
              <a:ext uri="{FF2B5EF4-FFF2-40B4-BE49-F238E27FC236}">
                <a16:creationId xmlns:a16="http://schemas.microsoft.com/office/drawing/2014/main" id="{8F5460C6-D48B-2D4D-B412-A90BAA51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79" y="2428504"/>
            <a:ext cx="2071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qa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-build-clean</a:t>
            </a:r>
          </a:p>
        </p:txBody>
      </p:sp>
      <p:sp>
        <p:nvSpPr>
          <p:cNvPr id="22551" name="TextBox 60">
            <a:extLst>
              <a:ext uri="{FF2B5EF4-FFF2-40B4-BE49-F238E27FC236}">
                <a16:creationId xmlns:a16="http://schemas.microsoft.com/office/drawing/2014/main" id="{616CEBA2-A1B7-C34A-B67D-49CC28DE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413" y="2416697"/>
            <a:ext cx="19774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q</a:t>
            </a:r>
            <a:r>
              <a:rPr lang="en-US" altLang="en-US" sz="1400" b="1">
                <a:latin typeface="Arial" panose="020B0604020202020204" pitchFamily="34" charset="0"/>
              </a:rPr>
              <a:t>a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-build-war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2312D4-A653-784B-8B98-AF2A04CFAF02}"/>
              </a:ext>
            </a:extLst>
          </p:cNvPr>
          <p:cNvCxnSpPr>
            <a:cxnSpLocks/>
          </p:cNvCxnSpPr>
          <p:nvPr/>
        </p:nvCxnSpPr>
        <p:spPr>
          <a:xfrm>
            <a:off x="1592748" y="5070232"/>
            <a:ext cx="1887177" cy="804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5" name="Picture 91">
            <a:extLst>
              <a:ext uri="{FF2B5EF4-FFF2-40B4-BE49-F238E27FC236}">
                <a16:creationId xmlns:a16="http://schemas.microsoft.com/office/drawing/2014/main" id="{4B493727-C30C-0747-B824-6449CF678A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630" y="4330610"/>
            <a:ext cx="49537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6" name="Picture 34" descr="EC2-AMI.png">
            <a:extLst>
              <a:ext uri="{FF2B5EF4-FFF2-40B4-BE49-F238E27FC236}">
                <a16:creationId xmlns:a16="http://schemas.microsoft.com/office/drawing/2014/main" id="{679C20DC-6FAE-4D4E-AEB6-65A1CEC0C98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1" t="11057" r="15276" b="15184"/>
          <a:stretch/>
        </p:blipFill>
        <p:spPr bwMode="auto">
          <a:xfrm>
            <a:off x="9171983" y="4039783"/>
            <a:ext cx="1289038" cy="122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3FBD23F-C061-F64F-B2A3-CFADB7BF0845}"/>
              </a:ext>
            </a:extLst>
          </p:cNvPr>
          <p:cNvCxnSpPr>
            <a:cxnSpLocks/>
          </p:cNvCxnSpPr>
          <p:nvPr/>
        </p:nvCxnSpPr>
        <p:spPr>
          <a:xfrm>
            <a:off x="1520316" y="6315075"/>
            <a:ext cx="2439125" cy="635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9" name="Picture 94">
            <a:extLst>
              <a:ext uri="{FF2B5EF4-FFF2-40B4-BE49-F238E27FC236}">
                <a16:creationId xmlns:a16="http://schemas.microsoft.com/office/drawing/2014/main" id="{53745FFB-7066-A242-86AE-D4EC8D16C0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7403" y="5395768"/>
            <a:ext cx="1354997" cy="144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3983CE-DFC4-466D-8F0B-204F9A6017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9524" y="4555656"/>
            <a:ext cx="1411128" cy="743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3A9FAE-56F0-49A8-B1D2-C771CD4C4E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3069" y="2219807"/>
            <a:ext cx="1029430" cy="1002892"/>
          </a:xfrm>
          <a:prstGeom prst="rect">
            <a:avLst/>
          </a:prstGeom>
        </p:spPr>
      </p:pic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1B6C379-CEBB-4496-B048-3BC7FE65FF2F}"/>
              </a:ext>
            </a:extLst>
          </p:cNvPr>
          <p:cNvSpPr/>
          <p:nvPr/>
        </p:nvSpPr>
        <p:spPr>
          <a:xfrm>
            <a:off x="2064854" y="133740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6E11131C-DF6B-4834-B596-07E66896810B}"/>
              </a:ext>
            </a:extLst>
          </p:cNvPr>
          <p:cNvSpPr/>
          <p:nvPr/>
        </p:nvSpPr>
        <p:spPr>
          <a:xfrm rot="8296023">
            <a:off x="2557431" y="168252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A38223D2-DA96-440C-9EF4-2B4549A853A9}"/>
              </a:ext>
            </a:extLst>
          </p:cNvPr>
          <p:cNvSpPr/>
          <p:nvPr/>
        </p:nvSpPr>
        <p:spPr>
          <a:xfrm>
            <a:off x="2211767" y="2648693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55D4F48-D193-4D4A-8F41-42459E869462}"/>
              </a:ext>
            </a:extLst>
          </p:cNvPr>
          <p:cNvSpPr/>
          <p:nvPr/>
        </p:nvSpPr>
        <p:spPr>
          <a:xfrm rot="10800000">
            <a:off x="4298647" y="3377871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5" name="Picture 35">
            <a:extLst>
              <a:ext uri="{FF2B5EF4-FFF2-40B4-BE49-F238E27FC236}">
                <a16:creationId xmlns:a16="http://schemas.microsoft.com/office/drawing/2014/main" id="{102A5C62-4DEB-480E-9AC5-32E6E8AFAB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800" y="4691689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DE5AD8-94A1-48D8-88FA-EF472269F9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8545" y="1431345"/>
            <a:ext cx="531612" cy="5179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C4E09E-9800-4DA4-B7AC-95A83007C6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772" y="4746156"/>
            <a:ext cx="400859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256030-4B02-44F1-BC9D-C2252A917E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4319" y="4418597"/>
            <a:ext cx="881619" cy="8588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C0F667-A6F7-480E-971D-EE125A794D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3426" y="4713663"/>
            <a:ext cx="594690" cy="36446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AD05A5-8397-41BE-AE9C-AE9320A57D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1525" y="4662598"/>
            <a:ext cx="453982" cy="442279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501A5BD-0A86-4BC5-AE0A-4AA683A59B57}"/>
              </a:ext>
            </a:extLst>
          </p:cNvPr>
          <p:cNvCxnSpPr>
            <a:cxnSpLocks/>
          </p:cNvCxnSpPr>
          <p:nvPr/>
        </p:nvCxnSpPr>
        <p:spPr>
          <a:xfrm>
            <a:off x="6294268" y="6315075"/>
            <a:ext cx="1888662" cy="1672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6F0DB04C-AC80-46E5-AB37-E48A750A7805}"/>
              </a:ext>
            </a:extLst>
          </p:cNvPr>
          <p:cNvSpPr/>
          <p:nvPr/>
        </p:nvSpPr>
        <p:spPr>
          <a:xfrm>
            <a:off x="7195392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F89F0C98-D19E-4167-808B-186C104F843F}"/>
              </a:ext>
            </a:extLst>
          </p:cNvPr>
          <p:cNvSpPr/>
          <p:nvPr/>
        </p:nvSpPr>
        <p:spPr>
          <a:xfrm>
            <a:off x="2425765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FF60511-D5E0-4E19-A588-B69588CF4AE6}"/>
              </a:ext>
            </a:extLst>
          </p:cNvPr>
          <p:cNvCxnSpPr>
            <a:cxnSpLocks/>
          </p:cNvCxnSpPr>
          <p:nvPr/>
        </p:nvCxnSpPr>
        <p:spPr>
          <a:xfrm>
            <a:off x="1813133" y="3642998"/>
            <a:ext cx="5650714" cy="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40A91C2A-9099-4D9B-AC05-080EEC984D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9092" y="3113208"/>
            <a:ext cx="896025" cy="896025"/>
          </a:xfrm>
          <a:prstGeom prst="rect">
            <a:avLst/>
          </a:prstGeom>
        </p:spPr>
      </p:pic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CBEC6945-6DDC-421B-BE71-CB126A0DA740}"/>
              </a:ext>
            </a:extLst>
          </p:cNvPr>
          <p:cNvSpPr/>
          <p:nvPr/>
        </p:nvSpPr>
        <p:spPr>
          <a:xfrm>
            <a:off x="2139890" y="3479240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365413F3-2199-4F26-A0F7-362C695FB868}"/>
              </a:ext>
            </a:extLst>
          </p:cNvPr>
          <p:cNvSpPr/>
          <p:nvPr/>
        </p:nvSpPr>
        <p:spPr>
          <a:xfrm rot="21387020">
            <a:off x="5594798" y="3476348"/>
            <a:ext cx="262705" cy="34787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0" name="Arrow: Chevron 109">
            <a:extLst>
              <a:ext uri="{FF2B5EF4-FFF2-40B4-BE49-F238E27FC236}">
                <a16:creationId xmlns:a16="http://schemas.microsoft.com/office/drawing/2014/main" id="{E689C809-57FA-480B-890C-926697307E51}"/>
              </a:ext>
            </a:extLst>
          </p:cNvPr>
          <p:cNvSpPr/>
          <p:nvPr/>
        </p:nvSpPr>
        <p:spPr>
          <a:xfrm>
            <a:off x="2289820" y="488266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6DF81D-A28A-45A1-9F27-EE85343B5FA7}"/>
              </a:ext>
            </a:extLst>
          </p:cNvPr>
          <p:cNvCxnSpPr>
            <a:cxnSpLocks/>
          </p:cNvCxnSpPr>
          <p:nvPr/>
        </p:nvCxnSpPr>
        <p:spPr>
          <a:xfrm flipV="1">
            <a:off x="7463847" y="2837953"/>
            <a:ext cx="0" cy="844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42FDEEC-F5A5-47D4-962D-C65A4A43FD6E}"/>
              </a:ext>
            </a:extLst>
          </p:cNvPr>
          <p:cNvSpPr/>
          <p:nvPr/>
        </p:nvSpPr>
        <p:spPr>
          <a:xfrm>
            <a:off x="4814486" y="264582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7F07893-DF18-4F11-B36A-CB8ED6C6BC02}"/>
              </a:ext>
            </a:extLst>
          </p:cNvPr>
          <p:cNvSpPr/>
          <p:nvPr/>
        </p:nvSpPr>
        <p:spPr>
          <a:xfrm rot="16200000">
            <a:off x="7344128" y="3044022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C681B8E-354B-43DA-8FFC-F4E05CDD1B53}"/>
              </a:ext>
            </a:extLst>
          </p:cNvPr>
          <p:cNvCxnSpPr>
            <a:cxnSpLocks/>
          </p:cNvCxnSpPr>
          <p:nvPr/>
        </p:nvCxnSpPr>
        <p:spPr>
          <a:xfrm flipV="1">
            <a:off x="8811407" y="2786170"/>
            <a:ext cx="2088514" cy="12759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3C951FF-A524-489A-BE64-3CCCBBF36D78}"/>
              </a:ext>
            </a:extLst>
          </p:cNvPr>
          <p:cNvCxnSpPr>
            <a:cxnSpLocks/>
          </p:cNvCxnSpPr>
          <p:nvPr/>
        </p:nvCxnSpPr>
        <p:spPr>
          <a:xfrm flipV="1">
            <a:off x="10878523" y="2038262"/>
            <a:ext cx="0" cy="747908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rrow: Chevron 82">
            <a:extLst>
              <a:ext uri="{FF2B5EF4-FFF2-40B4-BE49-F238E27FC236}">
                <a16:creationId xmlns:a16="http://schemas.microsoft.com/office/drawing/2014/main" id="{645E2B33-94B9-4D14-B6B3-033CE2801A23}"/>
              </a:ext>
            </a:extLst>
          </p:cNvPr>
          <p:cNvSpPr/>
          <p:nvPr/>
        </p:nvSpPr>
        <p:spPr>
          <a:xfrm rot="16200000">
            <a:off x="10718240" y="2273277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B9D27853-A678-436E-A7F4-602726CA3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0035" y="2298972"/>
            <a:ext cx="237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qa-warUploadtos3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A97D67F-23F4-42E2-A653-775F5EDF8ADC}"/>
              </a:ext>
            </a:extLst>
          </p:cNvPr>
          <p:cNvCxnSpPr>
            <a:cxnSpLocks/>
          </p:cNvCxnSpPr>
          <p:nvPr/>
        </p:nvCxnSpPr>
        <p:spPr>
          <a:xfrm flipH="1">
            <a:off x="8182933" y="2773742"/>
            <a:ext cx="2681418" cy="170131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Arrow: Chevron 96">
            <a:extLst>
              <a:ext uri="{FF2B5EF4-FFF2-40B4-BE49-F238E27FC236}">
                <a16:creationId xmlns:a16="http://schemas.microsoft.com/office/drawing/2014/main" id="{D2ABA30B-BAF3-40E2-99F9-A4324D341753}"/>
              </a:ext>
            </a:extLst>
          </p:cNvPr>
          <p:cNvSpPr/>
          <p:nvPr/>
        </p:nvSpPr>
        <p:spPr>
          <a:xfrm rot="8755423">
            <a:off x="8814118" y="375565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3D6080B6-1290-4C0E-8C62-D5ACFCD51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185" y="4550545"/>
            <a:ext cx="2090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qa</a:t>
            </a:r>
            <a:r>
              <a:rPr lang="en-US" altLang="en-US" sz="1400" b="1" dirty="0">
                <a:latin typeface="Arial" panose="020B0604020202020204" pitchFamily="34" charset="0"/>
              </a:rPr>
              <a:t>-packer-build-AMI</a:t>
            </a:r>
          </a:p>
        </p:txBody>
      </p:sp>
      <p:sp>
        <p:nvSpPr>
          <p:cNvPr id="49" name="TextBox 45">
            <a:extLst>
              <a:ext uri="{FF2B5EF4-FFF2-40B4-BE49-F238E27FC236}">
                <a16:creationId xmlns:a16="http://schemas.microsoft.com/office/drawing/2014/main" id="{76EDB36C-6019-4496-BF55-CC0EFA7F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501" y="5375635"/>
            <a:ext cx="12151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Ubuntu-AMI</a:t>
            </a:r>
          </a:p>
        </p:txBody>
      </p:sp>
      <p:sp>
        <p:nvSpPr>
          <p:cNvPr id="53" name="TextBox 45">
            <a:extLst>
              <a:ext uri="{FF2B5EF4-FFF2-40B4-BE49-F238E27FC236}">
                <a16:creationId xmlns:a16="http://schemas.microsoft.com/office/drawing/2014/main" id="{B1F2871A-EDFA-42C4-80CE-F0F98C6E7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668" y="3598264"/>
            <a:ext cx="3289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qa-warDownloadtoS3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6BD54D3D-C129-4E6E-9F6E-D785C7E27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1555" y="6060049"/>
            <a:ext cx="21132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qa</a:t>
            </a:r>
            <a:r>
              <a:rPr lang="en-US" altLang="en-US" sz="1400" b="1" dirty="0">
                <a:latin typeface="Arial" panose="020B0604020202020204" pitchFamily="34" charset="0"/>
              </a:rPr>
              <a:t>-packer-AMI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85781CD-800B-4F7D-916E-D8C2A9C9BF95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9778187" y="5228588"/>
            <a:ext cx="9518" cy="831461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6A22AF29-5FF4-4391-8467-561AEA6362F9}"/>
              </a:ext>
            </a:extLst>
          </p:cNvPr>
          <p:cNvSpPr/>
          <p:nvPr/>
        </p:nvSpPr>
        <p:spPr>
          <a:xfrm rot="5400000">
            <a:off x="9694738" y="5492314"/>
            <a:ext cx="185928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74" name="Picture 35">
            <a:extLst>
              <a:ext uri="{FF2B5EF4-FFF2-40B4-BE49-F238E27FC236}">
                <a16:creationId xmlns:a16="http://schemas.microsoft.com/office/drawing/2014/main" id="{5CE6AA2D-F582-47F7-BE9B-8E61AEC581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216" y="6080402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732C6692-3FFD-4114-A30D-B21FA161067A}"/>
              </a:ext>
            </a:extLst>
          </p:cNvPr>
          <p:cNvSpPr/>
          <p:nvPr/>
        </p:nvSpPr>
        <p:spPr>
          <a:xfrm>
            <a:off x="9311133" y="261986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CC6C1F79-23F4-49BD-8CD8-CE9F778E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840" y="365838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qa-warUploadtos3</a:t>
            </a:r>
          </a:p>
        </p:txBody>
      </p:sp>
      <p:sp>
        <p:nvSpPr>
          <p:cNvPr id="9" name="TextBox 45">
            <a:extLst>
              <a:ext uri="{FF2B5EF4-FFF2-40B4-BE49-F238E27FC236}">
                <a16:creationId xmlns:a16="http://schemas.microsoft.com/office/drawing/2014/main" id="{CF53C0DE-A0B1-45CB-A2A1-8949FD8B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852" y="364299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qa-warUploadtos3</a:t>
            </a:r>
          </a:p>
        </p:txBody>
      </p:sp>
      <p:sp>
        <p:nvSpPr>
          <p:cNvPr id="20" name="TextBox 45">
            <a:extLst>
              <a:ext uri="{FF2B5EF4-FFF2-40B4-BE49-F238E27FC236}">
                <a16:creationId xmlns:a16="http://schemas.microsoft.com/office/drawing/2014/main" id="{0C10DC5E-E107-4180-B291-12318511B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8708" y="4468532"/>
            <a:ext cx="16442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qa</a:t>
            </a:r>
            <a:r>
              <a:rPr lang="en-US" altLang="en-US" sz="1400" b="1" dirty="0">
                <a:latin typeface="Arial" panose="020B0604020202020204" pitchFamily="34" charset="0"/>
              </a:rPr>
              <a:t>-packer-AMI</a:t>
            </a: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A655ED3F-D45E-43B8-86DF-18D854947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256" y="5757944"/>
            <a:ext cx="1660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qa</a:t>
            </a:r>
            <a:r>
              <a:rPr lang="en-US" altLang="en-US" sz="1400" b="1" dirty="0">
                <a:latin typeface="Arial" panose="020B0604020202020204" pitchFamily="34" charset="0"/>
              </a:rPr>
              <a:t>-terraform-pr</a:t>
            </a:r>
          </a:p>
        </p:txBody>
      </p:sp>
      <p:sp>
        <p:nvSpPr>
          <p:cNvPr id="27" name="TextBox 45">
            <a:extLst>
              <a:ext uri="{FF2B5EF4-FFF2-40B4-BE49-F238E27FC236}">
                <a16:creationId xmlns:a16="http://schemas.microsoft.com/office/drawing/2014/main" id="{0390A60B-6124-48A6-A9CF-6B8526A84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790" y="5790699"/>
            <a:ext cx="16603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 err="1">
                <a:latin typeface="Arial" panose="020B0604020202020204" pitchFamily="34" charset="0"/>
              </a:rPr>
              <a:t>qa</a:t>
            </a:r>
            <a:r>
              <a:rPr lang="en-US" altLang="en-US" sz="1400" b="1" dirty="0">
                <a:latin typeface="Arial" panose="020B0604020202020204" pitchFamily="34" charset="0"/>
              </a:rPr>
              <a:t>-terraform-pr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A28600-4947-478D-A5DF-C9E47ACFFDDD}"/>
              </a:ext>
            </a:extLst>
          </p:cNvPr>
          <p:cNvSpPr/>
          <p:nvPr/>
        </p:nvSpPr>
        <p:spPr>
          <a:xfrm>
            <a:off x="47835" y="1271956"/>
            <a:ext cx="1872686" cy="4043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dev-terraform-pr</a:t>
            </a:r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81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8258389-7AB0-49D6-A0FF-CEFCFF1090A2}"/>
              </a:ext>
            </a:extLst>
          </p:cNvPr>
          <p:cNvSpPr/>
          <p:nvPr/>
        </p:nvSpPr>
        <p:spPr>
          <a:xfrm>
            <a:off x="8978753" y="3481473"/>
            <a:ext cx="2260069" cy="1529941"/>
          </a:xfrm>
          <a:prstGeom prst="rect">
            <a:avLst/>
          </a:prstGeom>
          <a:ln w="5715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9541A-529F-B24A-B1CF-0BDF8F1E95AA}"/>
              </a:ext>
            </a:extLst>
          </p:cNvPr>
          <p:cNvSpPr/>
          <p:nvPr/>
        </p:nvSpPr>
        <p:spPr>
          <a:xfrm>
            <a:off x="1520317" y="629497"/>
            <a:ext cx="10260351" cy="5702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27DC8EC-731A-2E4B-B22C-02761650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" y="-31750"/>
            <a:ext cx="12190413" cy="647700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latin typeface="+mn-lt"/>
              </a:rPr>
              <a:t>Production Release</a:t>
            </a:r>
            <a:endParaRPr lang="en-US" sz="4000" b="1" i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2532" name="Picture 24">
            <a:extLst>
              <a:ext uri="{FF2B5EF4-FFF2-40B4-BE49-F238E27FC236}">
                <a16:creationId xmlns:a16="http://schemas.microsoft.com/office/drawing/2014/main" id="{0AE4C2D5-B953-E744-A4B2-94074E0FD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157" y="960761"/>
            <a:ext cx="1083623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16">
            <a:extLst>
              <a:ext uri="{FF2B5EF4-FFF2-40B4-BE49-F238E27FC236}">
                <a16:creationId xmlns:a16="http://schemas.microsoft.com/office/drawing/2014/main" id="{118F7998-FF23-3B40-AD8C-14568EBAF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18" y="1399593"/>
            <a:ext cx="16013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GITHUB/main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pic>
        <p:nvPicPr>
          <p:cNvPr id="22534" name="Picture 19">
            <a:extLst>
              <a:ext uri="{FF2B5EF4-FFF2-40B4-BE49-F238E27FC236}">
                <a16:creationId xmlns:a16="http://schemas.microsoft.com/office/drawing/2014/main" id="{C5BC8EF9-2AAD-964E-B5C9-DA6D5730A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04" y="2510161"/>
            <a:ext cx="1927802" cy="18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7">
            <a:extLst>
              <a:ext uri="{FF2B5EF4-FFF2-40B4-BE49-F238E27FC236}">
                <a16:creationId xmlns:a16="http://schemas.microsoft.com/office/drawing/2014/main" id="{1AC5A0E2-DCBB-C840-8B6E-52AFD1F98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7" t="15370" r="16049" b="16461"/>
          <a:stretch>
            <a:fillRect/>
          </a:stretch>
        </p:blipFill>
        <p:spPr bwMode="auto">
          <a:xfrm>
            <a:off x="10271568" y="1004461"/>
            <a:ext cx="1162999" cy="113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26">
            <a:extLst>
              <a:ext uri="{FF2B5EF4-FFF2-40B4-BE49-F238E27FC236}">
                <a16:creationId xmlns:a16="http://schemas.microsoft.com/office/drawing/2014/main" id="{34D98AD7-4E45-484B-847D-24295B75E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6" t="34573" r="12077" b="33870"/>
          <a:stretch>
            <a:fillRect/>
          </a:stretch>
        </p:blipFill>
        <p:spPr bwMode="auto">
          <a:xfrm>
            <a:off x="4345583" y="2352542"/>
            <a:ext cx="1207464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Picture 32">
            <a:extLst>
              <a:ext uri="{FF2B5EF4-FFF2-40B4-BE49-F238E27FC236}">
                <a16:creationId xmlns:a16="http://schemas.microsoft.com/office/drawing/2014/main" id="{6F1CC7D4-D8F8-ED48-BE5E-B784531878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708" y="5771954"/>
            <a:ext cx="24272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Picture 33">
            <a:extLst>
              <a:ext uri="{FF2B5EF4-FFF2-40B4-BE49-F238E27FC236}">
                <a16:creationId xmlns:a16="http://schemas.microsoft.com/office/drawing/2014/main" id="{148FA159-F59D-7C41-9C86-30B6EDCFA2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4" t="44629" r="71858" b="22768"/>
          <a:stretch/>
        </p:blipFill>
        <p:spPr bwMode="auto">
          <a:xfrm>
            <a:off x="3519301" y="4297725"/>
            <a:ext cx="686908" cy="153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34" descr="EC2-AMI.png">
            <a:extLst>
              <a:ext uri="{FF2B5EF4-FFF2-40B4-BE49-F238E27FC236}">
                <a16:creationId xmlns:a16="http://schemas.microsoft.com/office/drawing/2014/main" id="{61F53A82-C105-3B40-ACD2-2F696B39C6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758" y="4539023"/>
            <a:ext cx="8587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5">
            <a:extLst>
              <a:ext uri="{FF2B5EF4-FFF2-40B4-BE49-F238E27FC236}">
                <a16:creationId xmlns:a16="http://schemas.microsoft.com/office/drawing/2014/main" id="{7E34AF14-A989-184E-9142-4664E1002B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081" y="4673425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E88A80-3B2A-6349-94B2-C00EAB85C39B}"/>
              </a:ext>
            </a:extLst>
          </p:cNvPr>
          <p:cNvCxnSpPr>
            <a:endCxn id="22532" idx="1"/>
          </p:cNvCxnSpPr>
          <p:nvPr/>
        </p:nvCxnSpPr>
        <p:spPr>
          <a:xfrm flipV="1">
            <a:off x="1686142" y="1489399"/>
            <a:ext cx="1477015" cy="1235075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3" name="TextBox 25">
            <a:extLst>
              <a:ext uri="{FF2B5EF4-FFF2-40B4-BE49-F238E27FC236}">
                <a16:creationId xmlns:a16="http://schemas.microsoft.com/office/drawing/2014/main" id="{CC15ACB1-15E4-6343-BF8F-F15FD49D2D0F}"/>
              </a:ext>
            </a:extLst>
          </p:cNvPr>
          <p:cNvSpPr txBox="1">
            <a:spLocks noChangeArrowheads="1"/>
          </p:cNvSpPr>
          <p:nvPr/>
        </p:nvSpPr>
        <p:spPr bwMode="auto">
          <a:xfrm rot="-2345410">
            <a:off x="1602207" y="1779030"/>
            <a:ext cx="1447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git pull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277463-D818-AD46-9857-BEC0FCD8B1D2}"/>
              </a:ext>
            </a:extLst>
          </p:cNvPr>
          <p:cNvCxnSpPr/>
          <p:nvPr/>
        </p:nvCxnSpPr>
        <p:spPr>
          <a:xfrm flipV="1">
            <a:off x="1371818" y="1519561"/>
            <a:ext cx="1774824" cy="1111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656C74-2928-1247-9C8E-2BF1283D3B5D}"/>
              </a:ext>
            </a:extLst>
          </p:cNvPr>
          <p:cNvCxnSpPr>
            <a:cxnSpLocks/>
          </p:cNvCxnSpPr>
          <p:nvPr/>
        </p:nvCxnSpPr>
        <p:spPr>
          <a:xfrm>
            <a:off x="1527894" y="4143209"/>
            <a:ext cx="12313" cy="2139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A3C72A-5A6B-2449-97AA-FFF8B307CAEC}"/>
              </a:ext>
            </a:extLst>
          </p:cNvPr>
          <p:cNvCxnSpPr>
            <a:cxnSpLocks/>
          </p:cNvCxnSpPr>
          <p:nvPr/>
        </p:nvCxnSpPr>
        <p:spPr>
          <a:xfrm flipV="1">
            <a:off x="1730315" y="2789318"/>
            <a:ext cx="6172137" cy="25964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9" name="TextBox 47">
            <a:extLst>
              <a:ext uri="{FF2B5EF4-FFF2-40B4-BE49-F238E27FC236}">
                <a16:creationId xmlns:a16="http://schemas.microsoft.com/office/drawing/2014/main" id="{8F5460C6-D48B-2D4D-B412-A90BAA515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679" y="2428504"/>
            <a:ext cx="2071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</a:t>
            </a: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-build-clean</a:t>
            </a:r>
          </a:p>
        </p:txBody>
      </p:sp>
      <p:sp>
        <p:nvSpPr>
          <p:cNvPr id="22551" name="TextBox 60">
            <a:extLst>
              <a:ext uri="{FF2B5EF4-FFF2-40B4-BE49-F238E27FC236}">
                <a16:creationId xmlns:a16="http://schemas.microsoft.com/office/drawing/2014/main" id="{616CEBA2-A1B7-C34A-B67D-49CC28DE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413" y="2416697"/>
            <a:ext cx="19774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</a:t>
            </a:r>
            <a:r>
              <a:rPr lang="en-US" altLang="en-US" sz="1400" b="1" dirty="0" err="1">
                <a:latin typeface="Arial" panose="020B0604020202020204" pitchFamily="34" charset="0"/>
              </a:rPr>
              <a:t>mvn</a:t>
            </a:r>
            <a:r>
              <a:rPr lang="en-US" altLang="en-US" sz="1400" b="1" dirty="0">
                <a:latin typeface="Arial" panose="020B0604020202020204" pitchFamily="34" charset="0"/>
              </a:rPr>
              <a:t>-build-war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2312D4-A653-784B-8B98-AF2A04CFAF02}"/>
              </a:ext>
            </a:extLst>
          </p:cNvPr>
          <p:cNvCxnSpPr>
            <a:cxnSpLocks/>
          </p:cNvCxnSpPr>
          <p:nvPr/>
        </p:nvCxnSpPr>
        <p:spPr>
          <a:xfrm>
            <a:off x="1592748" y="5070232"/>
            <a:ext cx="1887177" cy="804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5" name="Picture 91">
            <a:extLst>
              <a:ext uri="{FF2B5EF4-FFF2-40B4-BE49-F238E27FC236}">
                <a16:creationId xmlns:a16="http://schemas.microsoft.com/office/drawing/2014/main" id="{4B493727-C30C-0747-B824-6449CF678A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630" y="4330610"/>
            <a:ext cx="49537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56" name="Picture 34" descr="EC2-AMI.png">
            <a:extLst>
              <a:ext uri="{FF2B5EF4-FFF2-40B4-BE49-F238E27FC236}">
                <a16:creationId xmlns:a16="http://schemas.microsoft.com/office/drawing/2014/main" id="{679C20DC-6FAE-4D4E-AEB6-65A1CEC0C98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1" t="11057" r="15276" b="15184"/>
          <a:stretch/>
        </p:blipFill>
        <p:spPr bwMode="auto">
          <a:xfrm>
            <a:off x="9118030" y="4039783"/>
            <a:ext cx="1289038" cy="122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3FBD23F-C061-F64F-B2A3-CFADB7BF0845}"/>
              </a:ext>
            </a:extLst>
          </p:cNvPr>
          <p:cNvCxnSpPr>
            <a:cxnSpLocks/>
          </p:cNvCxnSpPr>
          <p:nvPr/>
        </p:nvCxnSpPr>
        <p:spPr>
          <a:xfrm>
            <a:off x="1520316" y="6315075"/>
            <a:ext cx="2439125" cy="635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59" name="Picture 94">
            <a:extLst>
              <a:ext uri="{FF2B5EF4-FFF2-40B4-BE49-F238E27FC236}">
                <a16:creationId xmlns:a16="http://schemas.microsoft.com/office/drawing/2014/main" id="{53745FFB-7066-A242-86AE-D4EC8D16C0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7403" y="5395768"/>
            <a:ext cx="1354997" cy="144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3983CE-DFC4-466D-8F0B-204F9A6017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9524" y="4555656"/>
            <a:ext cx="1411128" cy="7437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3A9FAE-56F0-49A8-B1D2-C771CD4C4E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3069" y="2219807"/>
            <a:ext cx="1029430" cy="1002892"/>
          </a:xfrm>
          <a:prstGeom prst="rect">
            <a:avLst/>
          </a:prstGeom>
        </p:spPr>
      </p:pic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1B6C379-CEBB-4496-B048-3BC7FE65FF2F}"/>
              </a:ext>
            </a:extLst>
          </p:cNvPr>
          <p:cNvSpPr/>
          <p:nvPr/>
        </p:nvSpPr>
        <p:spPr>
          <a:xfrm>
            <a:off x="2162284" y="133740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6E11131C-DF6B-4834-B596-07E66896810B}"/>
              </a:ext>
            </a:extLst>
          </p:cNvPr>
          <p:cNvSpPr/>
          <p:nvPr/>
        </p:nvSpPr>
        <p:spPr>
          <a:xfrm rot="8296023">
            <a:off x="2557431" y="1682528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A38223D2-DA96-440C-9EF4-2B4549A853A9}"/>
              </a:ext>
            </a:extLst>
          </p:cNvPr>
          <p:cNvSpPr/>
          <p:nvPr/>
        </p:nvSpPr>
        <p:spPr>
          <a:xfrm>
            <a:off x="2211767" y="2648693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55D4F48-D193-4D4A-8F41-42459E869462}"/>
              </a:ext>
            </a:extLst>
          </p:cNvPr>
          <p:cNvSpPr/>
          <p:nvPr/>
        </p:nvSpPr>
        <p:spPr>
          <a:xfrm rot="10800000">
            <a:off x="4298647" y="3377871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25" name="Picture 35">
            <a:extLst>
              <a:ext uri="{FF2B5EF4-FFF2-40B4-BE49-F238E27FC236}">
                <a16:creationId xmlns:a16="http://schemas.microsoft.com/office/drawing/2014/main" id="{102A5C62-4DEB-480E-9AC5-32E6E8AFAB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800" y="4691689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DE5AD8-94A1-48D8-88FA-EF472269F9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98545" y="1431345"/>
            <a:ext cx="531612" cy="5179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C4E09E-9800-4DA4-B7AC-95A83007C6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772" y="4746156"/>
            <a:ext cx="400859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256030-4B02-44F1-BC9D-C2252A917E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4319" y="4418597"/>
            <a:ext cx="881619" cy="8588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FC0F667-A6F7-480E-971D-EE125A794D2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3426" y="4713663"/>
            <a:ext cx="594690" cy="36446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AD05A5-8397-41BE-AE9C-AE9320A57D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1525" y="4662598"/>
            <a:ext cx="453982" cy="442279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501A5BD-0A86-4BC5-AE0A-4AA683A59B57}"/>
              </a:ext>
            </a:extLst>
          </p:cNvPr>
          <p:cNvCxnSpPr>
            <a:cxnSpLocks/>
          </p:cNvCxnSpPr>
          <p:nvPr/>
        </p:nvCxnSpPr>
        <p:spPr>
          <a:xfrm>
            <a:off x="6294268" y="6315075"/>
            <a:ext cx="1888662" cy="16722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6F0DB04C-AC80-46E5-AB37-E48A750A7805}"/>
              </a:ext>
            </a:extLst>
          </p:cNvPr>
          <p:cNvSpPr/>
          <p:nvPr/>
        </p:nvSpPr>
        <p:spPr>
          <a:xfrm>
            <a:off x="7195392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F89F0C98-D19E-4167-808B-186C104F843F}"/>
              </a:ext>
            </a:extLst>
          </p:cNvPr>
          <p:cNvSpPr/>
          <p:nvPr/>
        </p:nvSpPr>
        <p:spPr>
          <a:xfrm>
            <a:off x="2425765" y="6153174"/>
            <a:ext cx="212854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FF60511-D5E0-4E19-A588-B69588CF4AE6}"/>
              </a:ext>
            </a:extLst>
          </p:cNvPr>
          <p:cNvCxnSpPr>
            <a:cxnSpLocks/>
          </p:cNvCxnSpPr>
          <p:nvPr/>
        </p:nvCxnSpPr>
        <p:spPr>
          <a:xfrm>
            <a:off x="1813133" y="3642998"/>
            <a:ext cx="5650714" cy="0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40A91C2A-9099-4D9B-AC05-080EEC984D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9092" y="3113208"/>
            <a:ext cx="896025" cy="896025"/>
          </a:xfrm>
          <a:prstGeom prst="rect">
            <a:avLst/>
          </a:prstGeom>
        </p:spPr>
      </p:pic>
      <p:sp>
        <p:nvSpPr>
          <p:cNvPr id="85" name="Arrow: Chevron 84">
            <a:extLst>
              <a:ext uri="{FF2B5EF4-FFF2-40B4-BE49-F238E27FC236}">
                <a16:creationId xmlns:a16="http://schemas.microsoft.com/office/drawing/2014/main" id="{CBEC6945-6DDC-421B-BE71-CB126A0DA740}"/>
              </a:ext>
            </a:extLst>
          </p:cNvPr>
          <p:cNvSpPr/>
          <p:nvPr/>
        </p:nvSpPr>
        <p:spPr>
          <a:xfrm>
            <a:off x="2139890" y="3479240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365413F3-2199-4F26-A0F7-362C695FB868}"/>
              </a:ext>
            </a:extLst>
          </p:cNvPr>
          <p:cNvSpPr/>
          <p:nvPr/>
        </p:nvSpPr>
        <p:spPr>
          <a:xfrm rot="21387020">
            <a:off x="5594798" y="3476348"/>
            <a:ext cx="262705" cy="34787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0" name="Arrow: Chevron 109">
            <a:extLst>
              <a:ext uri="{FF2B5EF4-FFF2-40B4-BE49-F238E27FC236}">
                <a16:creationId xmlns:a16="http://schemas.microsoft.com/office/drawing/2014/main" id="{E689C809-57FA-480B-890C-926697307E51}"/>
              </a:ext>
            </a:extLst>
          </p:cNvPr>
          <p:cNvSpPr/>
          <p:nvPr/>
        </p:nvSpPr>
        <p:spPr>
          <a:xfrm>
            <a:off x="2289820" y="488266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6DF81D-A28A-45A1-9F27-EE85343B5FA7}"/>
              </a:ext>
            </a:extLst>
          </p:cNvPr>
          <p:cNvCxnSpPr>
            <a:cxnSpLocks/>
          </p:cNvCxnSpPr>
          <p:nvPr/>
        </p:nvCxnSpPr>
        <p:spPr>
          <a:xfrm flipV="1">
            <a:off x="7463847" y="2837953"/>
            <a:ext cx="0" cy="844267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42FDEEC-F5A5-47D4-962D-C65A4A43FD6E}"/>
              </a:ext>
            </a:extLst>
          </p:cNvPr>
          <p:cNvSpPr/>
          <p:nvPr/>
        </p:nvSpPr>
        <p:spPr>
          <a:xfrm>
            <a:off x="4814486" y="2645829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7F07893-DF18-4F11-B36A-CB8ED6C6BC02}"/>
              </a:ext>
            </a:extLst>
          </p:cNvPr>
          <p:cNvSpPr/>
          <p:nvPr/>
        </p:nvSpPr>
        <p:spPr>
          <a:xfrm rot="16200000">
            <a:off x="7344128" y="3044022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C681B8E-354B-43DA-8FFC-F4E05CDD1B53}"/>
              </a:ext>
            </a:extLst>
          </p:cNvPr>
          <p:cNvCxnSpPr>
            <a:cxnSpLocks/>
          </p:cNvCxnSpPr>
          <p:nvPr/>
        </p:nvCxnSpPr>
        <p:spPr>
          <a:xfrm flipV="1">
            <a:off x="8811407" y="2786170"/>
            <a:ext cx="2088514" cy="12759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3C951FF-A524-489A-BE64-3CCCBBF36D78}"/>
              </a:ext>
            </a:extLst>
          </p:cNvPr>
          <p:cNvCxnSpPr>
            <a:cxnSpLocks/>
          </p:cNvCxnSpPr>
          <p:nvPr/>
        </p:nvCxnSpPr>
        <p:spPr>
          <a:xfrm flipV="1">
            <a:off x="10878523" y="2038262"/>
            <a:ext cx="0" cy="747908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rrow: Chevron 82">
            <a:extLst>
              <a:ext uri="{FF2B5EF4-FFF2-40B4-BE49-F238E27FC236}">
                <a16:creationId xmlns:a16="http://schemas.microsoft.com/office/drawing/2014/main" id="{645E2B33-94B9-4D14-B6B3-033CE2801A23}"/>
              </a:ext>
            </a:extLst>
          </p:cNvPr>
          <p:cNvSpPr/>
          <p:nvPr/>
        </p:nvSpPr>
        <p:spPr>
          <a:xfrm rot="16200000">
            <a:off x="10718240" y="2273277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B9D27853-A678-436E-A7F4-602726CA3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0035" y="2298972"/>
            <a:ext cx="237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prod-warUploadtos3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A97D67F-23F4-42E2-A653-775F5EDF8ADC}"/>
              </a:ext>
            </a:extLst>
          </p:cNvPr>
          <p:cNvCxnSpPr>
            <a:cxnSpLocks/>
          </p:cNvCxnSpPr>
          <p:nvPr/>
        </p:nvCxnSpPr>
        <p:spPr>
          <a:xfrm flipH="1">
            <a:off x="8182933" y="2773742"/>
            <a:ext cx="2681418" cy="1701316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Arrow: Chevron 96">
            <a:extLst>
              <a:ext uri="{FF2B5EF4-FFF2-40B4-BE49-F238E27FC236}">
                <a16:creationId xmlns:a16="http://schemas.microsoft.com/office/drawing/2014/main" id="{D2ABA30B-BAF3-40E2-99F9-A4324D341753}"/>
              </a:ext>
            </a:extLst>
          </p:cNvPr>
          <p:cNvSpPr/>
          <p:nvPr/>
        </p:nvSpPr>
        <p:spPr>
          <a:xfrm rot="8755423">
            <a:off x="8814118" y="375565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3D6080B6-1290-4C0E-8C62-D5ACFCD51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185" y="4550545"/>
            <a:ext cx="20902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prod-packer-build-AMI</a:t>
            </a:r>
          </a:p>
        </p:txBody>
      </p:sp>
      <p:sp>
        <p:nvSpPr>
          <p:cNvPr id="49" name="TextBox 45">
            <a:extLst>
              <a:ext uri="{FF2B5EF4-FFF2-40B4-BE49-F238E27FC236}">
                <a16:creationId xmlns:a16="http://schemas.microsoft.com/office/drawing/2014/main" id="{76EDB36C-6019-4496-BF55-CC0EFA7F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501" y="5375635"/>
            <a:ext cx="12151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Ubuntu-AMI</a:t>
            </a:r>
          </a:p>
        </p:txBody>
      </p:sp>
      <p:sp>
        <p:nvSpPr>
          <p:cNvPr id="53" name="TextBox 45">
            <a:extLst>
              <a:ext uri="{FF2B5EF4-FFF2-40B4-BE49-F238E27FC236}">
                <a16:creationId xmlns:a16="http://schemas.microsoft.com/office/drawing/2014/main" id="{B1F2871A-EDFA-42C4-80CE-F0F98C6E7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9668" y="3598264"/>
            <a:ext cx="32895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prod-warDownloadtoS3</a:t>
            </a:r>
          </a:p>
        </p:txBody>
      </p:sp>
      <p:sp>
        <p:nvSpPr>
          <p:cNvPr id="57" name="TextBox 45">
            <a:extLst>
              <a:ext uri="{FF2B5EF4-FFF2-40B4-BE49-F238E27FC236}">
                <a16:creationId xmlns:a16="http://schemas.microsoft.com/office/drawing/2014/main" id="{6BD54D3D-C129-4E6E-9F6E-D785C7E27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19" y="6060049"/>
            <a:ext cx="226006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prod-packer-AMI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85781CD-800B-4F7D-916E-D8C2A9C9BF95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9782954" y="5228588"/>
            <a:ext cx="4750" cy="831461"/>
          </a:xfrm>
          <a:prstGeom prst="line">
            <a:avLst/>
          </a:prstGeom>
          <a:ln w="857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6A22AF29-5FF4-4391-8467-561AEA6362F9}"/>
              </a:ext>
            </a:extLst>
          </p:cNvPr>
          <p:cNvSpPr/>
          <p:nvPr/>
        </p:nvSpPr>
        <p:spPr>
          <a:xfrm rot="5400000">
            <a:off x="9694738" y="5492314"/>
            <a:ext cx="185928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74" name="Picture 35">
            <a:extLst>
              <a:ext uri="{FF2B5EF4-FFF2-40B4-BE49-F238E27FC236}">
                <a16:creationId xmlns:a16="http://schemas.microsoft.com/office/drawing/2014/main" id="{5CE6AA2D-F582-47F7-BE9B-8E61AEC581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216" y="6080402"/>
            <a:ext cx="400859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732C6692-3FFD-4114-A30D-B21FA161067A}"/>
              </a:ext>
            </a:extLst>
          </p:cNvPr>
          <p:cNvSpPr/>
          <p:nvPr/>
        </p:nvSpPr>
        <p:spPr>
          <a:xfrm>
            <a:off x="9311133" y="2619865"/>
            <a:ext cx="269657" cy="33890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CC6C1F79-23F4-49BD-8CD8-CE9F778E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840" y="365838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prod-warUploadtos3</a:t>
            </a:r>
          </a:p>
        </p:txBody>
      </p:sp>
      <p:sp>
        <p:nvSpPr>
          <p:cNvPr id="9" name="TextBox 45">
            <a:extLst>
              <a:ext uri="{FF2B5EF4-FFF2-40B4-BE49-F238E27FC236}">
                <a16:creationId xmlns:a16="http://schemas.microsoft.com/office/drawing/2014/main" id="{CF53C0DE-A0B1-45CB-A2A1-8949FD8B8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7852" y="3642998"/>
            <a:ext cx="2417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prod-warUploadtos3</a:t>
            </a:r>
          </a:p>
        </p:txBody>
      </p:sp>
      <p:sp>
        <p:nvSpPr>
          <p:cNvPr id="20" name="TextBox 45">
            <a:extLst>
              <a:ext uri="{FF2B5EF4-FFF2-40B4-BE49-F238E27FC236}">
                <a16:creationId xmlns:a16="http://schemas.microsoft.com/office/drawing/2014/main" id="{0C10DC5E-E107-4180-B291-12318511B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8708" y="4468532"/>
            <a:ext cx="16442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prod-packer-AMI</a:t>
            </a: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A655ED3F-D45E-43B8-86DF-18D854947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256" y="5757944"/>
            <a:ext cx="199294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prod-terraform-pr</a:t>
            </a:r>
          </a:p>
        </p:txBody>
      </p:sp>
      <p:sp>
        <p:nvSpPr>
          <p:cNvPr id="27" name="TextBox 45">
            <a:extLst>
              <a:ext uri="{FF2B5EF4-FFF2-40B4-BE49-F238E27FC236}">
                <a16:creationId xmlns:a16="http://schemas.microsoft.com/office/drawing/2014/main" id="{0390A60B-6124-48A6-A9CF-6B8526A84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789" y="5790699"/>
            <a:ext cx="18672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prod-terraform-pr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A28600-4947-478D-A5DF-C9E47ACFFDDD}"/>
              </a:ext>
            </a:extLst>
          </p:cNvPr>
          <p:cNvSpPr/>
          <p:nvPr/>
        </p:nvSpPr>
        <p:spPr>
          <a:xfrm>
            <a:off x="72516" y="1290255"/>
            <a:ext cx="1679954" cy="40764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sz="1400" dirty="0" err="1">
                <a:solidFill>
                  <a:schemeClr val="tx1"/>
                </a:solidFill>
                <a:latin typeface="Arial" panose="020B0604020202020204" pitchFamily="34" charset="0"/>
              </a:rPr>
              <a:t>qa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-terraform-pr</a:t>
            </a:r>
            <a:endParaRPr lang="en-US" alt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43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160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DevOps Pipelines</vt:lpstr>
      <vt:lpstr>PowerPoint Presentation</vt:lpstr>
      <vt:lpstr>DevOps Project</vt:lpstr>
      <vt:lpstr>AWS INFRASTRUCTURE</vt:lpstr>
      <vt:lpstr>Dev Environment</vt:lpstr>
      <vt:lpstr>QA Release</vt:lpstr>
      <vt:lpstr>Production Release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KUMAR S</cp:lastModifiedBy>
  <cp:revision>122</cp:revision>
  <dcterms:created xsi:type="dcterms:W3CDTF">2020-02-12T00:23:24Z</dcterms:created>
  <dcterms:modified xsi:type="dcterms:W3CDTF">2021-02-20T14:02:23Z</dcterms:modified>
</cp:coreProperties>
</file>